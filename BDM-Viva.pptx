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37522-76B6-4ED8-A53B-D0717620392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BB27E-0422-4297-8E52-ABEA44A9D3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BB27E-0422-4297-8E52-ABEA44A9D3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7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BB27E-0422-4297-8E52-ABEA44A9D3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7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9952425-D329-4038-B792-B981F1C54F2D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C111-82FB-46A2-9283-25378A35BC35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84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DAD0-6FC6-445A-8048-E3D378A27D7F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09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133E8-4442-4F74-B2A6-F4FB8618C64B}" type="datetime1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E695-4A45-4A4E-9758-540AB849DE7E}" type="datetime1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88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41E6-3C42-4E09-BC0A-F67D56AA0AAD}" type="datetime1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8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71F0-29BD-45A0-BFE4-322139133174}" type="datetime1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6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BD4F5-5D35-422E-8F1B-312B85D4C015}" type="datetime1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68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8C1F-2C37-440B-B1A2-0A66B8326A0B}" type="datetime1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5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0CFD-1D26-4F32-B648-7F86B0DAA23C}" type="datetime1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78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1AC6A-09A5-4711-941F-F5D48A056DF2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204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320C-2F48-4E63-BCC9-459CC8112B1F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DA15-99DB-4EA3-B03C-91AED5866D15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5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4B24-946D-43DE-82F2-6AC30718345E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1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247B-791F-4450-B38B-76A673B65121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67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69B4-D17E-43C1-8ABC-E3CE7C7784B2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31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348F-1613-401A-8156-39E9365DEAA5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90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3D75CD-A659-4BA6-A219-AC345AB937A0}" type="datetime1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6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AB7F-DF45-0259-1D84-040746C5B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DRIVEN ANALYSIS OF POULTRY FARM OPERATIONS AND LIVE CHICKEN SUPPLY</a:t>
            </a:r>
            <a:endParaRPr lang="en-IN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B00E1-54C0-12B0-57FD-DFB0E82C2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PULLURI YASHWANTH KRISHNA</a:t>
            </a:r>
          </a:p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23f1002174</a:t>
            </a:r>
            <a:endParaRPr lang="en-IN" b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BBA85-7BC3-F37C-C175-402CD4C7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</a:t>
            </a:fld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64DC0E-94C0-F1CD-1B2B-0E1F93F9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245" y="4788919"/>
            <a:ext cx="1651819" cy="15155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82ABC4-4EC0-BA2A-CFA4-3F0C777A28EB}"/>
              </a:ext>
            </a:extLst>
          </p:cNvPr>
          <p:cNvSpPr txBox="1"/>
          <p:nvPr/>
        </p:nvSpPr>
        <p:spPr>
          <a:xfrm>
            <a:off x="4001729" y="6459794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IITM Online BS Degree Program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84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phere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54293-8822-7A97-D028-458CB1868F46}"/>
              </a:ext>
            </a:extLst>
          </p:cNvPr>
          <p:cNvSpPr txBox="1"/>
          <p:nvPr/>
        </p:nvSpPr>
        <p:spPr>
          <a:xfrm>
            <a:off x="1106424" y="963906"/>
            <a:ext cx="5852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BUSINESS: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88D9F-BC0D-A521-CBB6-320D42B8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2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78B9D1-1E0A-4D1E-25FD-B3CAD20E42BB}"/>
              </a:ext>
            </a:extLst>
          </p:cNvPr>
          <p:cNvSpPr txBox="1"/>
          <p:nvPr/>
        </p:nvSpPr>
        <p:spPr>
          <a:xfrm>
            <a:off x="875071" y="1907458"/>
            <a:ext cx="60835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 Reddy Poultry Farm, Chinna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Masanpally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Village,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Rayapole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Mandal, Telangana.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Small-scale B2B poultry farm.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to meat shops, hotels and Restaurants.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10-12 employees, daily operations.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Facing issues in mortality, sales, inventory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manual record keeping system and unorganized business.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49342C-5E27-FA37-7127-40D93C74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1271839"/>
            <a:ext cx="5122607" cy="431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B7B0B-428C-F72A-7321-EE1099AA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7C223-E28C-9943-EBBA-9E2314D4158D}"/>
              </a:ext>
            </a:extLst>
          </p:cNvPr>
          <p:cNvSpPr txBox="1"/>
          <p:nvPr/>
        </p:nvSpPr>
        <p:spPr>
          <a:xfrm flipH="1">
            <a:off x="1645920" y="1161288"/>
            <a:ext cx="445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CHALLENGES: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7A9D6B-8BF4-338D-1E6C-4013D48133EC}"/>
              </a:ext>
            </a:extLst>
          </p:cNvPr>
          <p:cNvSpPr/>
          <p:nvPr/>
        </p:nvSpPr>
        <p:spPr>
          <a:xfrm>
            <a:off x="907614" y="1755203"/>
            <a:ext cx="4450079" cy="22484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1: High Chick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deaths in poultry batches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Hygiene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Vaccination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Production and Revenue Losses</a:t>
            </a:r>
          </a:p>
          <a:p>
            <a:pPr algn="ctr"/>
            <a:endParaRPr lang="en-IN" sz="15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8C0BC3-477E-B12A-8DE0-F161E425E01F}"/>
              </a:ext>
            </a:extLst>
          </p:cNvPr>
          <p:cNvSpPr/>
          <p:nvPr/>
        </p:nvSpPr>
        <p:spPr>
          <a:xfrm>
            <a:off x="6834309" y="1715286"/>
            <a:ext cx="4332091" cy="23248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/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2: Sales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Variation in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supply to buyers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instability</a:t>
            </a:r>
            <a:r>
              <a:rPr lang="en-US" sz="1500" dirty="0"/>
              <a:t>.</a:t>
            </a:r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A0F404-DDB7-97BF-536F-F6177EA025CC}"/>
              </a:ext>
            </a:extLst>
          </p:cNvPr>
          <p:cNvSpPr/>
          <p:nvPr/>
        </p:nvSpPr>
        <p:spPr>
          <a:xfrm>
            <a:off x="3842787" y="4196310"/>
            <a:ext cx="4721109" cy="205208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3: Inventory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and wastage of feed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stock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Medicines and vaccines mismanaged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operational Cost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46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B7257-13EB-E419-BFF7-33821246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893CC-D60B-F387-3E1F-B9D52C7E734D}"/>
              </a:ext>
            </a:extLst>
          </p:cNvPr>
          <p:cNvSpPr txBox="1"/>
          <p:nvPr/>
        </p:nvSpPr>
        <p:spPr>
          <a:xfrm>
            <a:off x="770021" y="950976"/>
            <a:ext cx="5045563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>
              <a:lnSpc>
                <a:spcPts val="6000"/>
              </a:lnSpc>
            </a:pPr>
            <a:r>
              <a:rPr lang="en-US" sz="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collected from poultry farm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Sources: farm records, WhatsApp, owner interaction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Duration: July- September (92 days)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operational Data is used.</a:t>
            </a:r>
          </a:p>
          <a:p>
            <a:pPr>
              <a:lnSpc>
                <a:spcPts val="6000"/>
              </a:lnSpc>
            </a:pPr>
            <a:endParaRPr lang="en-US" sz="5000" dirty="0">
              <a:solidFill>
                <a:schemeClr val="bg2">
                  <a:lumMod val="10000"/>
                </a:schemeClr>
              </a:solidFill>
              <a:latin typeface="Kollektif Bold"/>
            </a:endParaRPr>
          </a:p>
          <a:p>
            <a:pPr>
              <a:lnSpc>
                <a:spcPts val="6000"/>
              </a:lnSpc>
            </a:pPr>
            <a:endParaRPr lang="en-US" sz="5000" dirty="0">
              <a:solidFill>
                <a:schemeClr val="bg2">
                  <a:lumMod val="10000"/>
                </a:schemeClr>
              </a:solidFill>
              <a:latin typeface="Kollektif Bold"/>
            </a:endParaRPr>
          </a:p>
          <a:p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384E63-D1DA-A8CC-73EE-8184968267EC}"/>
              </a:ext>
            </a:extLst>
          </p:cNvPr>
          <p:cNvSpPr/>
          <p:nvPr/>
        </p:nvSpPr>
        <p:spPr>
          <a:xfrm>
            <a:off x="6444597" y="1423737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 died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Mortality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765980-FF82-FE2F-4B6F-ADB5668003F6}"/>
              </a:ext>
            </a:extLst>
          </p:cNvPr>
          <p:cNvSpPr/>
          <p:nvPr/>
        </p:nvSpPr>
        <p:spPr>
          <a:xfrm>
            <a:off x="4489946" y="3749360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Sold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Type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460B8D-A118-CD11-C180-7A54F851851F}"/>
              </a:ext>
            </a:extLst>
          </p:cNvPr>
          <p:cNvSpPr/>
          <p:nvPr/>
        </p:nvSpPr>
        <p:spPr>
          <a:xfrm>
            <a:off x="8004052" y="3749361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Consumption Value</a:t>
            </a:r>
          </a:p>
        </p:txBody>
      </p:sp>
    </p:spTree>
    <p:extLst>
      <p:ext uri="{BB962C8B-B14F-4D97-AF65-F5344CB8AC3E}">
        <p14:creationId xmlns:p14="http://schemas.microsoft.com/office/powerpoint/2010/main" val="136117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122BE-E1CC-D87F-19E7-6783BA4D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5</a:t>
            </a:fld>
            <a:endParaRPr lang="en-IN"/>
          </a:p>
        </p:txBody>
      </p:sp>
      <p:sp>
        <p:nvSpPr>
          <p:cNvPr id="5" name="AutoShape 4" descr="Your Step-by-Step Guide to Writing a Good Research Methodology">
            <a:extLst>
              <a:ext uri="{FF2B5EF4-FFF2-40B4-BE49-F238E27FC236}">
                <a16:creationId xmlns:a16="http://schemas.microsoft.com/office/drawing/2014/main" id="{5E75BE0F-D45F-3FA7-F5A1-DECE3C0789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13D5B-DE57-1E86-10DA-21AC73CA8495}"/>
              </a:ext>
            </a:extLst>
          </p:cNvPr>
          <p:cNvSpPr txBox="1"/>
          <p:nvPr/>
        </p:nvSpPr>
        <p:spPr>
          <a:xfrm>
            <a:off x="987552" y="4157945"/>
            <a:ext cx="4558364" cy="171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Google Sheets – Data cleaning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data analysis and Visualization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Matplotlib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C0C04-320B-2A5F-97EF-D21F7639C962}"/>
              </a:ext>
            </a:extLst>
          </p:cNvPr>
          <p:cNvSpPr txBox="1"/>
          <p:nvPr/>
        </p:nvSpPr>
        <p:spPr>
          <a:xfrm>
            <a:off x="882316" y="1219201"/>
            <a:ext cx="4558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Tools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28524-99FE-2B75-842B-3CC86CA0E013}"/>
              </a:ext>
            </a:extLst>
          </p:cNvPr>
          <p:cNvSpPr txBox="1"/>
          <p:nvPr/>
        </p:nvSpPr>
        <p:spPr>
          <a:xfrm>
            <a:off x="987552" y="1801368"/>
            <a:ext cx="4558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– summarize sales and mortality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– identify mortality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 Analysis – classify inventory items</a:t>
            </a:r>
          </a:p>
          <a:p>
            <a:endParaRPr lang="en-IN" dirty="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CFC06D50-39D3-F900-E029-0A7955AE44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FDF113-7365-3BD1-76FE-1B08B019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371" y="1219201"/>
            <a:ext cx="5218192" cy="2585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E5E876-C467-004F-1A2E-4664F9B7B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372" y="3922886"/>
            <a:ext cx="5218192" cy="20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2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F1D0F-0333-D15C-3CF7-FB031714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CD7A9-D28A-EE59-3B64-56589B213DFD}"/>
              </a:ext>
            </a:extLst>
          </p:cNvPr>
          <p:cNvSpPr txBox="1"/>
          <p:nvPr/>
        </p:nvSpPr>
        <p:spPr>
          <a:xfrm>
            <a:off x="1060704" y="1106424"/>
            <a:ext cx="10404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</a:rPr>
              <a:t>RESULTS: FINANCIAL OVERVIEW(CHICK MORTALITY)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66319-9E7B-08F3-6752-DEE6C5304CA9}"/>
              </a:ext>
            </a:extLst>
          </p:cNvPr>
          <p:cNvSpPr txBox="1"/>
          <p:nvPr/>
        </p:nvSpPr>
        <p:spPr>
          <a:xfrm>
            <a:off x="524183" y="4171327"/>
            <a:ext cx="3480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Mortality increases with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Poor hygiene increases chick deaths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Ventilation reduces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R2 = 0.815(strong)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457FD-1F6D-4C09-B784-EAE2278AE0DF}"/>
              </a:ext>
            </a:extLst>
          </p:cNvPr>
          <p:cNvSpPr txBox="1"/>
          <p:nvPr/>
        </p:nvSpPr>
        <p:spPr>
          <a:xfrm>
            <a:off x="3840078" y="4171327"/>
            <a:ext cx="37659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Vaccination reduces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vaccination increased deaths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Regular Vaccination Schedules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impact on Chick Survival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Vaccination support regression analysis study.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39238-CEF3-8501-5A8F-B255C123EE0B}"/>
              </a:ext>
            </a:extLst>
          </p:cNvPr>
          <p:cNvSpPr txBox="1"/>
          <p:nvPr/>
        </p:nvSpPr>
        <p:spPr>
          <a:xfrm>
            <a:off x="8001000" y="4254693"/>
            <a:ext cx="34642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Dry Litter reduces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Wet  litter increases disease  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Poor hygiene increases infections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leads chick mortality.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AC38C1-48BC-E3FC-64C5-6E5C499A4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23" y="1696484"/>
            <a:ext cx="3480889" cy="23082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79762C-656E-ACEC-D752-448EF10BA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040" y="1696485"/>
            <a:ext cx="3348297" cy="2261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8DCAB4-9465-0DDA-EC36-B9478FD28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791" y="1696484"/>
            <a:ext cx="3627968" cy="226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19030-B44A-6AD8-93BD-E26BA1E2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7C14F-9E2E-0001-A574-CAF03E381B5A}"/>
              </a:ext>
            </a:extLst>
          </p:cNvPr>
          <p:cNvSpPr txBox="1"/>
          <p:nvPr/>
        </p:nvSpPr>
        <p:spPr>
          <a:xfrm>
            <a:off x="969264" y="923544"/>
            <a:ext cx="8375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</a:rPr>
              <a:t>RESULTS: INVENTORY (ABC ANALYSIS)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399B2-76EC-13D8-2BE5-2768C298E8B0}"/>
              </a:ext>
            </a:extLst>
          </p:cNvPr>
          <p:cNvSpPr txBox="1"/>
          <p:nvPr/>
        </p:nvSpPr>
        <p:spPr>
          <a:xfrm>
            <a:off x="1082292" y="4022913"/>
            <a:ext cx="36731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 Analysis: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 items: Broiler feed, Starter feed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Items: Vaccines(ND)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 Items: Litter items, disinfectants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30D6B-B533-21B1-AD58-8E33132AE41B}"/>
              </a:ext>
            </a:extLst>
          </p:cNvPr>
          <p:cNvSpPr txBox="1"/>
          <p:nvPr/>
        </p:nvSpPr>
        <p:spPr>
          <a:xfrm>
            <a:off x="6096000" y="4299911"/>
            <a:ext cx="35890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items used most frequently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items drive total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Low-value items have less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is highly concentrated.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547F92-752E-B20B-1161-8211AA380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48" y="1516556"/>
            <a:ext cx="3673158" cy="25154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282636-1630-A0E9-C4D9-2A5A2776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550" y="1516556"/>
            <a:ext cx="4257901" cy="25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4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B6195-494B-5B48-311F-0DD14B4C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1015D-9A00-A5BA-DFB3-5D00FEA98E79}"/>
              </a:ext>
            </a:extLst>
          </p:cNvPr>
          <p:cNvSpPr txBox="1"/>
          <p:nvPr/>
        </p:nvSpPr>
        <p:spPr>
          <a:xfrm>
            <a:off x="987552" y="877824"/>
            <a:ext cx="72146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SALES RESULTS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6189A-A405-AFEF-05A8-97C5294D4E97}"/>
              </a:ext>
            </a:extLst>
          </p:cNvPr>
          <p:cNvSpPr txBox="1"/>
          <p:nvPr/>
        </p:nvSpPr>
        <p:spPr>
          <a:xfrm>
            <a:off x="1564856" y="4586407"/>
            <a:ext cx="4531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 upward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increase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fluctuations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improving steadily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AA08B4-B4D4-E652-D030-FA3682FA1A55}"/>
              </a:ext>
            </a:extLst>
          </p:cNvPr>
          <p:cNvSpPr txBox="1"/>
          <p:nvPr/>
        </p:nvSpPr>
        <p:spPr>
          <a:xfrm>
            <a:off x="6673706" y="4432518"/>
            <a:ext cx="466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from July to September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shows highest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higher than July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trend clearly Visible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4381-2505-4555-AAE1-35F147914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842" y="1654688"/>
            <a:ext cx="4531143" cy="298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C57BE-AD84-A238-D611-DE8F0D889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644" y="1431822"/>
            <a:ext cx="4686954" cy="283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0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63D8A-2EB0-5BF8-0917-E96D1BB3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B4E21-73A8-2F6F-6EAB-B0287523F224}"/>
              </a:ext>
            </a:extLst>
          </p:cNvPr>
          <p:cNvSpPr txBox="1"/>
          <p:nvPr/>
        </p:nvSpPr>
        <p:spPr>
          <a:xfrm>
            <a:off x="877824" y="923544"/>
            <a:ext cx="8549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RESULTS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8C1F6-A417-1FB4-6FCA-77CC1FC6D4F2}"/>
              </a:ext>
            </a:extLst>
          </p:cNvPr>
          <p:cNvSpPr txBox="1"/>
          <p:nvPr/>
        </p:nvSpPr>
        <p:spPr>
          <a:xfrm>
            <a:off x="1039368" y="1609344"/>
            <a:ext cx="10113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1: Chick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Mortality affected by temperature and hygiene.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 and ventilation reduce chick deaths.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 are main cause of chick mortality.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DAC08-76CB-D8A4-5960-2358478DE59F}"/>
              </a:ext>
            </a:extLst>
          </p:cNvPr>
          <p:cNvSpPr txBox="1"/>
          <p:nvPr/>
        </p:nvSpPr>
        <p:spPr>
          <a:xfrm>
            <a:off x="1039368" y="3086672"/>
            <a:ext cx="101132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2: Sales and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increases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factors influence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improving but fluctuating.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66A3-7DF7-C810-A017-836DDDE1834B}"/>
              </a:ext>
            </a:extLst>
          </p:cNvPr>
          <p:cNvSpPr txBox="1"/>
          <p:nvPr/>
        </p:nvSpPr>
        <p:spPr>
          <a:xfrm>
            <a:off x="1039368" y="4287002"/>
            <a:ext cx="9951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3: Inventory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items contribute highest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items dominate inventory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Vaccines have moderate cost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planning increases expenses.</a:t>
            </a:r>
          </a:p>
        </p:txBody>
      </p:sp>
    </p:spTree>
    <p:extLst>
      <p:ext uri="{BB962C8B-B14F-4D97-AF65-F5344CB8AC3E}">
        <p14:creationId xmlns:p14="http://schemas.microsoft.com/office/powerpoint/2010/main" val="41541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AF27C-DEF1-FB7E-9F92-208C7BB5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657D7-98A7-3600-2D53-81B937855D3A}"/>
              </a:ext>
            </a:extLst>
          </p:cNvPr>
          <p:cNvSpPr txBox="1"/>
          <p:nvPr/>
        </p:nvSpPr>
        <p:spPr>
          <a:xfrm>
            <a:off x="859536" y="859536"/>
            <a:ext cx="10561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RECOMMENDATIONS (Data-Driven &amp; Actionable)</a:t>
            </a:r>
            <a:endParaRPr lang="en-IN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E2B55-53A1-1F7F-18DD-20E00E6C90A5}"/>
              </a:ext>
            </a:extLst>
          </p:cNvPr>
          <p:cNvSpPr txBox="1"/>
          <p:nvPr/>
        </p:nvSpPr>
        <p:spPr>
          <a:xfrm>
            <a:off x="859536" y="1554480"/>
            <a:ext cx="10472928" cy="171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For Chick Mortality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Maintain optimal Shed temperature daily.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Record temperatures at peak time like 2pm for better ventilation and heat stress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 proper vaccination and hygiene practices which can reduce 8-10% chick mortality rate.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CFDA6-3DD5-3F95-B98E-CF69144AE878}"/>
              </a:ext>
            </a:extLst>
          </p:cNvPr>
          <p:cNvSpPr txBox="1"/>
          <p:nvPr/>
        </p:nvSpPr>
        <p:spPr>
          <a:xfrm>
            <a:off x="859536" y="3519948"/>
            <a:ext cx="974947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weekly Sales. And monthly sales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production based on demand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stock during peak seasons and ensure good relations with buyers.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6494E-8D90-7D22-4B95-04F792F644D6}"/>
              </a:ext>
            </a:extLst>
          </p:cNvPr>
          <p:cNvSpPr txBox="1"/>
          <p:nvPr/>
        </p:nvSpPr>
        <p:spPr>
          <a:xfrm>
            <a:off x="859535" y="5224517"/>
            <a:ext cx="7252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overstocking of feed items and maintain optimal stock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expiry of vaccines and reduce feed wastage.</a:t>
            </a:r>
          </a:p>
        </p:txBody>
      </p:sp>
    </p:spTree>
    <p:extLst>
      <p:ext uri="{BB962C8B-B14F-4D97-AF65-F5344CB8AC3E}">
        <p14:creationId xmlns:p14="http://schemas.microsoft.com/office/powerpoint/2010/main" val="42632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5A2F4-F0AC-6B1F-8C67-D1624835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 descr="A person sitting at a desk with a computer">
            <a:extLst>
              <a:ext uri="{FF2B5EF4-FFF2-40B4-BE49-F238E27FC236}">
                <a16:creationId xmlns:a16="http://schemas.microsoft.com/office/drawing/2014/main" id="{9B290E97-D5A6-0CEA-25E6-B6166036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890587"/>
            <a:ext cx="10268712" cy="5076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FCDFA-2A09-C81E-A34F-2E1A146B5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165" y="1070007"/>
            <a:ext cx="878015" cy="9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3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1260</TotalTime>
  <Words>603</Words>
  <Application>Microsoft Office PowerPoint</Application>
  <PresentationFormat>Widescreen</PresentationFormat>
  <Paragraphs>138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Garamond</vt:lpstr>
      <vt:lpstr>Kollektif Bold</vt:lpstr>
      <vt:lpstr>Times New Roman</vt:lpstr>
      <vt:lpstr>Wingdings</vt:lpstr>
      <vt:lpstr>Organic</vt:lpstr>
      <vt:lpstr>DATA DRIVEN ANALYSIS OF POULTRY FARM OPERATIONS AND LIVE CHICKEN SUPPLY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Rajaramesh Kamera</dc:creator>
  <cp:lastModifiedBy>Yashwanth krishna</cp:lastModifiedBy>
  <cp:revision>4</cp:revision>
  <dcterms:created xsi:type="dcterms:W3CDTF">2025-12-12T16:17:04Z</dcterms:created>
  <dcterms:modified xsi:type="dcterms:W3CDTF">2026-03-19T06:58:11Z</dcterms:modified>
</cp:coreProperties>
</file>