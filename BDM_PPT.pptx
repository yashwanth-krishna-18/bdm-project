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6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E8C6B6-6064-4457-92B2-58B4205F6C1B}" v="476" dt="2025-12-19T11:26:00.2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aramesh Kamera" userId="cc0251c1aa14507a" providerId="LiveId" clId="{C6BBF55D-B7B2-45CD-B1FE-584577DC320B}"/>
    <pc:docChg chg="custSel addSld modSld">
      <pc:chgData name="Rajaramesh Kamera" userId="cc0251c1aa14507a" providerId="LiveId" clId="{C6BBF55D-B7B2-45CD-B1FE-584577DC320B}" dt="2025-12-19T11:26:00.243" v="3023" actId="20577"/>
      <pc:docMkLst>
        <pc:docMk/>
      </pc:docMkLst>
      <pc:sldChg chg="addSp delSp modSp mod modAnim">
        <pc:chgData name="Rajaramesh Kamera" userId="cc0251c1aa14507a" providerId="LiveId" clId="{C6BBF55D-B7B2-45CD-B1FE-584577DC320B}" dt="2025-12-17T16:27:27.214" v="2323"/>
        <pc:sldMkLst>
          <pc:docMk/>
          <pc:sldMk cId="3257842900" sldId="256"/>
        </pc:sldMkLst>
        <pc:spChg chg="mod">
          <ac:chgData name="Rajaramesh Kamera" userId="cc0251c1aa14507a" providerId="LiveId" clId="{C6BBF55D-B7B2-45CD-B1FE-584577DC320B}" dt="2025-12-13T06:06:54.884" v="123" actId="113"/>
          <ac:spMkLst>
            <pc:docMk/>
            <pc:sldMk cId="3257842900" sldId="256"/>
            <ac:spMk id="2" creationId="{6798AB7F-DF45-0259-1D84-040746C5B79C}"/>
          </ac:spMkLst>
        </pc:spChg>
        <pc:spChg chg="mod">
          <ac:chgData name="Rajaramesh Kamera" userId="cc0251c1aa14507a" providerId="LiveId" clId="{C6BBF55D-B7B2-45CD-B1FE-584577DC320B}" dt="2025-12-16T17:38:34.647" v="1209" actId="20577"/>
          <ac:spMkLst>
            <pc:docMk/>
            <pc:sldMk cId="3257842900" sldId="256"/>
            <ac:spMk id="3" creationId="{5BFB00E1-54C0-12B0-57FD-DFB0E82C2BDE}"/>
          </ac:spMkLst>
        </pc:spChg>
      </pc:sldChg>
      <pc:sldChg chg="addSp delSp modSp mod modTransition modAnim">
        <pc:chgData name="Rajaramesh Kamera" userId="cc0251c1aa14507a" providerId="LiveId" clId="{C6BBF55D-B7B2-45CD-B1FE-584577DC320B}" dt="2025-12-19T05:59:50.729" v="2796" actId="14100"/>
        <pc:sldMkLst>
          <pc:docMk/>
          <pc:sldMk cId="4106445577" sldId="257"/>
        </pc:sldMkLst>
        <pc:spChg chg="mod">
          <ac:chgData name="Rajaramesh Kamera" userId="cc0251c1aa14507a" providerId="LiveId" clId="{C6BBF55D-B7B2-45CD-B1FE-584577DC320B}" dt="2025-12-17T08:45:14.265" v="1354" actId="1076"/>
          <ac:spMkLst>
            <pc:docMk/>
            <pc:sldMk cId="4106445577" sldId="257"/>
            <ac:spMk id="2" creationId="{8C454293-8822-7A97-D028-458CB1868F46}"/>
          </ac:spMkLst>
        </pc:spChg>
        <pc:spChg chg="mod">
          <ac:chgData name="Rajaramesh Kamera" userId="cc0251c1aa14507a" providerId="LiveId" clId="{C6BBF55D-B7B2-45CD-B1FE-584577DC320B}" dt="2025-12-19T05:59:50.729" v="2796" actId="14100"/>
          <ac:spMkLst>
            <pc:docMk/>
            <pc:sldMk cId="4106445577" sldId="257"/>
            <ac:spMk id="4" creationId="{B44C38B2-C36B-65B8-FC88-23DCC4B75308}"/>
          </ac:spMkLst>
        </pc:spChg>
        <pc:picChg chg="add mod">
          <ac:chgData name="Rajaramesh Kamera" userId="cc0251c1aa14507a" providerId="LiveId" clId="{C6BBF55D-B7B2-45CD-B1FE-584577DC320B}" dt="2025-12-19T05:04:35.074" v="2453" actId="1076"/>
          <ac:picMkLst>
            <pc:docMk/>
            <pc:sldMk cId="4106445577" sldId="257"/>
            <ac:picMk id="1029" creationId="{0EAEDF2E-0A3E-EC1F-D56A-A0792E2B328E}"/>
          </ac:picMkLst>
        </pc:picChg>
        <pc:picChg chg="add mod">
          <ac:chgData name="Rajaramesh Kamera" userId="cc0251c1aa14507a" providerId="LiveId" clId="{C6BBF55D-B7B2-45CD-B1FE-584577DC320B}" dt="2025-12-19T05:04:16.822" v="2451" actId="14100"/>
          <ac:picMkLst>
            <pc:docMk/>
            <pc:sldMk cId="4106445577" sldId="257"/>
            <ac:picMk id="1031" creationId="{93D2133E-E010-5571-8FAF-024B9957DF2F}"/>
          </ac:picMkLst>
        </pc:picChg>
      </pc:sldChg>
      <pc:sldChg chg="addSp delSp modSp new mod modAnim">
        <pc:chgData name="Rajaramesh Kamera" userId="cc0251c1aa14507a" providerId="LiveId" clId="{C6BBF55D-B7B2-45CD-B1FE-584577DC320B}" dt="2025-12-17T16:29:12.129" v="2348"/>
        <pc:sldMkLst>
          <pc:docMk/>
          <pc:sldMk cId="2762469210" sldId="258"/>
        </pc:sldMkLst>
        <pc:spChg chg="add mod">
          <ac:chgData name="Rajaramesh Kamera" userId="cc0251c1aa14507a" providerId="LiveId" clId="{C6BBF55D-B7B2-45CD-B1FE-584577DC320B}" dt="2025-12-17T08:44:47.738" v="1352" actId="255"/>
          <ac:spMkLst>
            <pc:docMk/>
            <pc:sldMk cId="2762469210" sldId="258"/>
            <ac:spMk id="3" creationId="{6E47C223-E28C-9943-EBBA-9E2314D4158D}"/>
          </ac:spMkLst>
        </pc:spChg>
        <pc:spChg chg="add mod">
          <ac:chgData name="Rajaramesh Kamera" userId="cc0251c1aa14507a" providerId="LiveId" clId="{C6BBF55D-B7B2-45CD-B1FE-584577DC320B}" dt="2025-12-15T17:06:57.091" v="252" actId="12"/>
          <ac:spMkLst>
            <pc:docMk/>
            <pc:sldMk cId="2762469210" sldId="258"/>
            <ac:spMk id="5" creationId="{D57A9D6B-8BF4-338D-1E6C-4013D48133EC}"/>
          </ac:spMkLst>
        </pc:spChg>
        <pc:spChg chg="add mod">
          <ac:chgData name="Rajaramesh Kamera" userId="cc0251c1aa14507a" providerId="LiveId" clId="{C6BBF55D-B7B2-45CD-B1FE-584577DC320B}" dt="2025-12-15T17:09:56.262" v="266" actId="12"/>
          <ac:spMkLst>
            <pc:docMk/>
            <pc:sldMk cId="2762469210" sldId="258"/>
            <ac:spMk id="6" creationId="{C58C0BC3-477E-B12A-8DE0-F161E425E01F}"/>
          </ac:spMkLst>
        </pc:spChg>
        <pc:spChg chg="add mod">
          <ac:chgData name="Rajaramesh Kamera" userId="cc0251c1aa14507a" providerId="LiveId" clId="{C6BBF55D-B7B2-45CD-B1FE-584577DC320B}" dt="2025-12-15T17:10:55.332" v="271" actId="12"/>
          <ac:spMkLst>
            <pc:docMk/>
            <pc:sldMk cId="2762469210" sldId="258"/>
            <ac:spMk id="10" creationId="{66A0F404-DDB7-97BF-536F-F6177EA025CC}"/>
          </ac:spMkLst>
        </pc:spChg>
      </pc:sldChg>
      <pc:sldChg chg="addSp delSp modSp new mod modAnim">
        <pc:chgData name="Rajaramesh Kamera" userId="cc0251c1aa14507a" providerId="LiveId" clId="{C6BBF55D-B7B2-45CD-B1FE-584577DC320B}" dt="2025-12-19T08:16:00.166" v="2938" actId="20577"/>
        <pc:sldMkLst>
          <pc:docMk/>
          <pc:sldMk cId="1361174560" sldId="259"/>
        </pc:sldMkLst>
        <pc:spChg chg="add mod">
          <ac:chgData name="Rajaramesh Kamera" userId="cc0251c1aa14507a" providerId="LiveId" clId="{C6BBF55D-B7B2-45CD-B1FE-584577DC320B}" dt="2025-12-16T13:16:10.816" v="479" actId="20577"/>
          <ac:spMkLst>
            <pc:docMk/>
            <pc:sldMk cId="1361174560" sldId="259"/>
            <ac:spMk id="3" creationId="{1CA893CC-D60B-F387-3E1F-B9D52C7E734D}"/>
          </ac:spMkLst>
        </pc:spChg>
        <pc:spChg chg="add mod">
          <ac:chgData name="Rajaramesh Kamera" userId="cc0251c1aa14507a" providerId="LiveId" clId="{C6BBF55D-B7B2-45CD-B1FE-584577DC320B}" dt="2025-12-16T13:29:43.136" v="648" actId="20577"/>
          <ac:spMkLst>
            <pc:docMk/>
            <pc:sldMk cId="1361174560" sldId="259"/>
            <ac:spMk id="4" creationId="{B1384E63-D1DA-A8CC-73EE-8184968267EC}"/>
          </ac:spMkLst>
        </pc:spChg>
        <pc:spChg chg="add mod">
          <ac:chgData name="Rajaramesh Kamera" userId="cc0251c1aa14507a" providerId="LiveId" clId="{C6BBF55D-B7B2-45CD-B1FE-584577DC320B}" dt="2025-12-19T08:16:00.166" v="2938" actId="20577"/>
          <ac:spMkLst>
            <pc:docMk/>
            <pc:sldMk cId="1361174560" sldId="259"/>
            <ac:spMk id="7" creationId="{E2765980-FF82-FE2F-4B6F-ADB5668003F6}"/>
          </ac:spMkLst>
        </pc:spChg>
        <pc:spChg chg="add mod">
          <ac:chgData name="Rajaramesh Kamera" userId="cc0251c1aa14507a" providerId="LiveId" clId="{C6BBF55D-B7B2-45CD-B1FE-584577DC320B}" dt="2025-12-16T13:31:42.762" v="738" actId="313"/>
          <ac:spMkLst>
            <pc:docMk/>
            <pc:sldMk cId="1361174560" sldId="259"/>
            <ac:spMk id="8" creationId="{81460B8D-A118-CD11-C180-7A54F851851F}"/>
          </ac:spMkLst>
        </pc:spChg>
      </pc:sldChg>
      <pc:sldChg chg="addSp delSp modSp new mod delAnim modAnim">
        <pc:chgData name="Rajaramesh Kamera" userId="cc0251c1aa14507a" providerId="LiveId" clId="{C6BBF55D-B7B2-45CD-B1FE-584577DC320B}" dt="2025-12-19T08:18:04.332" v="2977" actId="1076"/>
        <pc:sldMkLst>
          <pc:docMk/>
          <pc:sldMk cId="1463928455" sldId="260"/>
        </pc:sldMkLst>
        <pc:spChg chg="add del mod">
          <ac:chgData name="Rajaramesh Kamera" userId="cc0251c1aa14507a" providerId="LiveId" clId="{C6BBF55D-B7B2-45CD-B1FE-584577DC320B}" dt="2025-12-19T06:03:44.747" v="2823"/>
          <ac:spMkLst>
            <pc:docMk/>
            <pc:sldMk cId="1463928455" sldId="260"/>
            <ac:spMk id="3" creationId="{9CD26897-3E3F-BC86-9198-A1029221EC62}"/>
          </ac:spMkLst>
        </pc:spChg>
        <pc:spChg chg="add mod">
          <ac:chgData name="Rajaramesh Kamera" userId="cc0251c1aa14507a" providerId="LiveId" clId="{C6BBF55D-B7B2-45CD-B1FE-584577DC320B}" dt="2025-12-19T08:18:04.332" v="2977" actId="1076"/>
          <ac:spMkLst>
            <pc:docMk/>
            <pc:sldMk cId="1463928455" sldId="260"/>
            <ac:spMk id="4" creationId="{01813D5B-DE57-1E86-10DA-21AC73CA8495}"/>
          </ac:spMkLst>
        </pc:spChg>
        <pc:spChg chg="add mod">
          <ac:chgData name="Rajaramesh Kamera" userId="cc0251c1aa14507a" providerId="LiveId" clId="{C6BBF55D-B7B2-45CD-B1FE-584577DC320B}" dt="2025-12-16T15:11:22.255" v="818"/>
          <ac:spMkLst>
            <pc:docMk/>
            <pc:sldMk cId="1463928455" sldId="260"/>
            <ac:spMk id="5" creationId="{5E75BE0F-D45F-3FA7-F5A1-DECE3C0789B9}"/>
          </ac:spMkLst>
        </pc:spChg>
        <pc:spChg chg="add mod">
          <ac:chgData name="Rajaramesh Kamera" userId="cc0251c1aa14507a" providerId="LiveId" clId="{C6BBF55D-B7B2-45CD-B1FE-584577DC320B}" dt="2025-12-19T06:02:34.683" v="2810" actId="113"/>
          <ac:spMkLst>
            <pc:docMk/>
            <pc:sldMk cId="1463928455" sldId="260"/>
            <ac:spMk id="6" creationId="{C17C0C04-320B-2A5F-97EF-D21F7639C962}"/>
          </ac:spMkLst>
        </pc:spChg>
        <pc:spChg chg="add mod">
          <ac:chgData name="Rajaramesh Kamera" userId="cc0251c1aa14507a" providerId="LiveId" clId="{C6BBF55D-B7B2-45CD-B1FE-584577DC320B}" dt="2025-12-19T08:17:48.818" v="2976" actId="20577"/>
          <ac:spMkLst>
            <pc:docMk/>
            <pc:sldMk cId="1463928455" sldId="260"/>
            <ac:spMk id="7" creationId="{0D628524-99FE-2B75-842B-3CC86CA0E013}"/>
          </ac:spMkLst>
        </pc:spChg>
        <pc:spChg chg="add">
          <ac:chgData name="Rajaramesh Kamera" userId="cc0251c1aa14507a" providerId="LiveId" clId="{C6BBF55D-B7B2-45CD-B1FE-584577DC320B}" dt="2025-12-19T06:06:52.169" v="2837"/>
          <ac:spMkLst>
            <pc:docMk/>
            <pc:sldMk cId="1463928455" sldId="260"/>
            <ac:spMk id="11" creationId="{CFC06D50-39D3-F900-E029-0A7955AE44DF}"/>
          </ac:spMkLst>
        </pc:spChg>
        <pc:picChg chg="add del mod">
          <ac:chgData name="Rajaramesh Kamera" userId="cc0251c1aa14507a" providerId="LiveId" clId="{C6BBF55D-B7B2-45CD-B1FE-584577DC320B}" dt="2025-12-19T06:05:54.672" v="2834" actId="21"/>
          <ac:picMkLst>
            <pc:docMk/>
            <pc:sldMk cId="1463928455" sldId="260"/>
            <ac:picMk id="8" creationId="{F6D47BB0-E791-60EA-4C86-E4FD1A161531}"/>
          </ac:picMkLst>
        </pc:picChg>
        <pc:picChg chg="add del mod">
          <ac:chgData name="Rajaramesh Kamera" userId="cc0251c1aa14507a" providerId="LiveId" clId="{C6BBF55D-B7B2-45CD-B1FE-584577DC320B}" dt="2025-12-19T06:06:12.410" v="2835" actId="21"/>
          <ac:picMkLst>
            <pc:docMk/>
            <pc:sldMk cId="1463928455" sldId="260"/>
            <ac:picMk id="9" creationId="{2F749010-8FD9-915D-B8F3-8876480495F5}"/>
          </ac:picMkLst>
        </pc:picChg>
        <pc:picChg chg="add del mod">
          <ac:chgData name="Rajaramesh Kamera" userId="cc0251c1aa14507a" providerId="LiveId" clId="{C6BBF55D-B7B2-45CD-B1FE-584577DC320B}" dt="2025-12-19T06:04:59.821" v="2829" actId="21"/>
          <ac:picMkLst>
            <pc:docMk/>
            <pc:sldMk cId="1463928455" sldId="260"/>
            <ac:picMk id="10" creationId="{F6D47BB0-E791-60EA-4C86-E4FD1A161531}"/>
          </ac:picMkLst>
        </pc:picChg>
        <pc:picChg chg="add del mod">
          <ac:chgData name="Rajaramesh Kamera" userId="cc0251c1aa14507a" providerId="LiveId" clId="{C6BBF55D-B7B2-45CD-B1FE-584577DC320B}" dt="2025-12-19T06:05:28.520" v="2832" actId="21"/>
          <ac:picMkLst>
            <pc:docMk/>
            <pc:sldMk cId="1463928455" sldId="260"/>
            <ac:picMk id="12" creationId="{2F749010-8FD9-915D-B8F3-8876480495F5}"/>
          </ac:picMkLst>
        </pc:picChg>
        <pc:picChg chg="add mod">
          <ac:chgData name="Rajaramesh Kamera" userId="cc0251c1aa14507a" providerId="LiveId" clId="{C6BBF55D-B7B2-45CD-B1FE-584577DC320B}" dt="2025-12-19T06:07:27.835" v="2843" actId="1076"/>
          <ac:picMkLst>
            <pc:docMk/>
            <pc:sldMk cId="1463928455" sldId="260"/>
            <ac:picMk id="13" creationId="{65FDF113-7365-3BD1-76FE-1B08B01964C8}"/>
          </ac:picMkLst>
        </pc:picChg>
        <pc:picChg chg="add mod">
          <ac:chgData name="Rajaramesh Kamera" userId="cc0251c1aa14507a" providerId="LiveId" clId="{C6BBF55D-B7B2-45CD-B1FE-584577DC320B}" dt="2025-12-19T06:08:32.776" v="2853" actId="14100"/>
          <ac:picMkLst>
            <pc:docMk/>
            <pc:sldMk cId="1463928455" sldId="260"/>
            <ac:picMk id="14" creationId="{F7E5E876-C467-004F-1A2E-4664F9B7B49E}"/>
          </ac:picMkLst>
        </pc:picChg>
      </pc:sldChg>
      <pc:sldChg chg="addSp delSp modSp new mod delAnim modAnim">
        <pc:chgData name="Rajaramesh Kamera" userId="cc0251c1aa14507a" providerId="LiveId" clId="{C6BBF55D-B7B2-45CD-B1FE-584577DC320B}" dt="2025-12-19T11:26:00.243" v="3023" actId="20577"/>
        <pc:sldMkLst>
          <pc:docMk/>
          <pc:sldMk cId="35222727" sldId="261"/>
        </pc:sldMkLst>
        <pc:spChg chg="add mod">
          <ac:chgData name="Rajaramesh Kamera" userId="cc0251c1aa14507a" providerId="LiveId" clId="{C6BBF55D-B7B2-45CD-B1FE-584577DC320B}" dt="2025-12-17T09:08:58.165" v="1716" actId="207"/>
          <ac:spMkLst>
            <pc:docMk/>
            <pc:sldMk cId="35222727" sldId="261"/>
            <ac:spMk id="3" creationId="{3C1CD7A9-D28A-EE59-3B64-56589B213DFD}"/>
          </ac:spMkLst>
        </pc:spChg>
        <pc:spChg chg="add mod">
          <ac:chgData name="Rajaramesh Kamera" userId="cc0251c1aa14507a" providerId="LiveId" clId="{C6BBF55D-B7B2-45CD-B1FE-584577DC320B}" dt="2025-12-19T08:36:31.673" v="2980"/>
          <ac:spMkLst>
            <pc:docMk/>
            <pc:sldMk cId="35222727" sldId="261"/>
            <ac:spMk id="8" creationId="{CE439238-CEF3-8501-5A8F-B255C123EE0B}"/>
          </ac:spMkLst>
        </pc:spChg>
        <pc:spChg chg="add mod">
          <ac:chgData name="Rajaramesh Kamera" userId="cc0251c1aa14507a" providerId="LiveId" clId="{C6BBF55D-B7B2-45CD-B1FE-584577DC320B}" dt="2025-12-19T05:44:08.079" v="2473" actId="14100"/>
          <ac:spMkLst>
            <pc:docMk/>
            <pc:sldMk cId="35222727" sldId="261"/>
            <ac:spMk id="9" creationId="{7F766319-9E7B-08F3-6752-DEE6C5304CA9}"/>
          </ac:spMkLst>
        </pc:spChg>
        <pc:spChg chg="add mod">
          <ac:chgData name="Rajaramesh Kamera" userId="cc0251c1aa14507a" providerId="LiveId" clId="{C6BBF55D-B7B2-45CD-B1FE-584577DC320B}" dt="2025-12-19T11:26:00.243" v="3023" actId="20577"/>
          <ac:spMkLst>
            <pc:docMk/>
            <pc:sldMk cId="35222727" sldId="261"/>
            <ac:spMk id="11" creationId="{42A457FD-1F6D-4C09-B784-EAE2278AE0DF}"/>
          </ac:spMkLst>
        </pc:spChg>
        <pc:spChg chg="add del mod">
          <ac:chgData name="Rajaramesh Kamera" userId="cc0251c1aa14507a" providerId="LiveId" clId="{C6BBF55D-B7B2-45CD-B1FE-584577DC320B}" dt="2025-12-19T05:46:02.997" v="2494"/>
          <ac:spMkLst>
            <pc:docMk/>
            <pc:sldMk cId="35222727" sldId="261"/>
            <ac:spMk id="12" creationId="{891F9A25-1D34-4A44-B56F-0E96AD078714}"/>
          </ac:spMkLst>
        </pc:spChg>
        <pc:picChg chg="add mod">
          <ac:chgData name="Rajaramesh Kamera" userId="cc0251c1aa14507a" providerId="LiveId" clId="{C6BBF55D-B7B2-45CD-B1FE-584577DC320B}" dt="2025-12-19T05:44:18.815" v="2474" actId="1076"/>
          <ac:picMkLst>
            <pc:docMk/>
            <pc:sldMk cId="35222727" sldId="261"/>
            <ac:picMk id="5" creationId="{04FF8FAE-4790-C167-2200-E9E43BB68CEB}"/>
          </ac:picMkLst>
        </pc:picChg>
        <pc:picChg chg="add mod">
          <ac:chgData name="Rajaramesh Kamera" userId="cc0251c1aa14507a" providerId="LiveId" clId="{C6BBF55D-B7B2-45CD-B1FE-584577DC320B}" dt="2025-12-19T06:09:41.822" v="2857" actId="1076"/>
          <ac:picMkLst>
            <pc:docMk/>
            <pc:sldMk cId="35222727" sldId="261"/>
            <ac:picMk id="6" creationId="{F3FC0991-F231-0FF6-ED0F-B2377150834C}"/>
          </ac:picMkLst>
        </pc:picChg>
        <pc:picChg chg="add mod">
          <ac:chgData name="Rajaramesh Kamera" userId="cc0251c1aa14507a" providerId="LiveId" clId="{C6BBF55D-B7B2-45CD-B1FE-584577DC320B}" dt="2025-12-19T06:09:36.789" v="2856" actId="1076"/>
          <ac:picMkLst>
            <pc:docMk/>
            <pc:sldMk cId="35222727" sldId="261"/>
            <ac:picMk id="7" creationId="{682EC51F-67E2-038B-7F71-4B07338EABE4}"/>
          </ac:picMkLst>
        </pc:picChg>
      </pc:sldChg>
      <pc:sldChg chg="addSp modSp new mod modAnim">
        <pc:chgData name="Rajaramesh Kamera" userId="cc0251c1aa14507a" providerId="LiveId" clId="{C6BBF55D-B7B2-45CD-B1FE-584577DC320B}" dt="2025-12-19T06:16:34.944" v="2863" actId="1076"/>
        <pc:sldMkLst>
          <pc:docMk/>
          <pc:sldMk cId="2927948550" sldId="262"/>
        </pc:sldMkLst>
        <pc:spChg chg="add mod">
          <ac:chgData name="Rajaramesh Kamera" userId="cc0251c1aa14507a" providerId="LiveId" clId="{C6BBF55D-B7B2-45CD-B1FE-584577DC320B}" dt="2025-12-17T09:09:07.755" v="1717" actId="207"/>
          <ac:spMkLst>
            <pc:docMk/>
            <pc:sldMk cId="2927948550" sldId="262"/>
            <ac:spMk id="3" creationId="{AE57C14F-9E2E-0001-A574-CAF03E381B5A}"/>
          </ac:spMkLst>
        </pc:spChg>
        <pc:spChg chg="add mod">
          <ac:chgData name="Rajaramesh Kamera" userId="cc0251c1aa14507a" providerId="LiveId" clId="{C6BBF55D-B7B2-45CD-B1FE-584577DC320B}" dt="2025-12-17T08:51:21.479" v="1455" actId="20577"/>
          <ac:spMkLst>
            <pc:docMk/>
            <pc:sldMk cId="2927948550" sldId="262"/>
            <ac:spMk id="10" creationId="{C4B399B2-76EC-13D8-2BE5-2768C298E8B0}"/>
          </ac:spMkLst>
        </pc:spChg>
        <pc:spChg chg="add mod">
          <ac:chgData name="Rajaramesh Kamera" userId="cc0251c1aa14507a" providerId="LiveId" clId="{C6BBF55D-B7B2-45CD-B1FE-584577DC320B}" dt="2025-12-19T06:16:34.944" v="2863" actId="1076"/>
          <ac:spMkLst>
            <pc:docMk/>
            <pc:sldMk cId="2927948550" sldId="262"/>
            <ac:spMk id="11" creationId="{B2C4ED92-02E1-6500-B6FE-0A05C05F5891}"/>
          </ac:spMkLst>
        </pc:spChg>
        <pc:spChg chg="add mod">
          <ac:chgData name="Rajaramesh Kamera" userId="cc0251c1aa14507a" providerId="LiveId" clId="{C6BBF55D-B7B2-45CD-B1FE-584577DC320B}" dt="2025-12-17T09:05:36.833" v="1703" actId="20577"/>
          <ac:spMkLst>
            <pc:docMk/>
            <pc:sldMk cId="2927948550" sldId="262"/>
            <ac:spMk id="12" creationId="{F5C30D6B-B533-21B1-AD58-8E33132AE41B}"/>
          </ac:spMkLst>
        </pc:spChg>
        <pc:picChg chg="add mod">
          <ac:chgData name="Rajaramesh Kamera" userId="cc0251c1aa14507a" providerId="LiveId" clId="{C6BBF55D-B7B2-45CD-B1FE-584577DC320B}" dt="2025-12-17T08:46:48.215" v="1362" actId="1076"/>
          <ac:picMkLst>
            <pc:docMk/>
            <pc:sldMk cId="2927948550" sldId="262"/>
            <ac:picMk id="5" creationId="{2BE546FF-61A9-2A45-F5E8-12FBE7EE882D}"/>
          </ac:picMkLst>
        </pc:picChg>
        <pc:picChg chg="add mod">
          <ac:chgData name="Rajaramesh Kamera" userId="cc0251c1aa14507a" providerId="LiveId" clId="{C6BBF55D-B7B2-45CD-B1FE-584577DC320B}" dt="2025-12-17T08:46:51.152" v="1363" actId="1076"/>
          <ac:picMkLst>
            <pc:docMk/>
            <pc:sldMk cId="2927948550" sldId="262"/>
            <ac:picMk id="7" creationId="{99D5ABBB-507E-47AD-F13D-D286045B8A93}"/>
          </ac:picMkLst>
        </pc:picChg>
        <pc:picChg chg="add mod">
          <ac:chgData name="Rajaramesh Kamera" userId="cc0251c1aa14507a" providerId="LiveId" clId="{C6BBF55D-B7B2-45CD-B1FE-584577DC320B}" dt="2025-12-19T05:39:31.541" v="2459" actId="1076"/>
          <ac:picMkLst>
            <pc:docMk/>
            <pc:sldMk cId="2927948550" sldId="262"/>
            <ac:picMk id="9" creationId="{262B322F-E95C-862C-BD98-11D8599FBA4E}"/>
          </ac:picMkLst>
        </pc:picChg>
      </pc:sldChg>
      <pc:sldChg chg="addSp delSp modSp new mod modAnim">
        <pc:chgData name="Rajaramesh Kamera" userId="cc0251c1aa14507a" providerId="LiveId" clId="{C6BBF55D-B7B2-45CD-B1FE-584577DC320B}" dt="2025-12-17T16:33:38.199" v="2393"/>
        <pc:sldMkLst>
          <pc:docMk/>
          <pc:sldMk cId="2942209092" sldId="263"/>
        </pc:sldMkLst>
        <pc:spChg chg="add mod">
          <ac:chgData name="Rajaramesh Kamera" userId="cc0251c1aa14507a" providerId="LiveId" clId="{C6BBF55D-B7B2-45CD-B1FE-584577DC320B}" dt="2025-12-17T09:19:54.763" v="1737" actId="20577"/>
          <ac:spMkLst>
            <pc:docMk/>
            <pc:sldMk cId="2942209092" sldId="263"/>
            <ac:spMk id="3" creationId="{3A81015D-9A00-A5BA-DFB3-5D00FEA98E79}"/>
          </ac:spMkLst>
        </pc:spChg>
        <pc:spChg chg="add mod">
          <ac:chgData name="Rajaramesh Kamera" userId="cc0251c1aa14507a" providerId="LiveId" clId="{C6BBF55D-B7B2-45CD-B1FE-584577DC320B}" dt="2025-12-17T11:04:07.915" v="1798" actId="12"/>
          <ac:spMkLst>
            <pc:docMk/>
            <pc:sldMk cId="2942209092" sldId="263"/>
            <ac:spMk id="27" creationId="{9D76189A-A405-AFEF-05A8-97C5294D4E97}"/>
          </ac:spMkLst>
        </pc:spChg>
        <pc:spChg chg="add mod">
          <ac:chgData name="Rajaramesh Kamera" userId="cc0251c1aa14507a" providerId="LiveId" clId="{C6BBF55D-B7B2-45CD-B1FE-584577DC320B}" dt="2025-12-17T11:29:41.760" v="2040" actId="14100"/>
          <ac:spMkLst>
            <pc:docMk/>
            <pc:sldMk cId="2942209092" sldId="263"/>
            <ac:spMk id="30" creationId="{A35C6E17-C510-7168-E489-B3E08DB30566}"/>
          </ac:spMkLst>
        </pc:spChg>
        <pc:spChg chg="add mod">
          <ac:chgData name="Rajaramesh Kamera" userId="cc0251c1aa14507a" providerId="LiveId" clId="{C6BBF55D-B7B2-45CD-B1FE-584577DC320B}" dt="2025-12-17T11:33:39.670" v="2238" actId="20577"/>
          <ac:spMkLst>
            <pc:docMk/>
            <pc:sldMk cId="2942209092" sldId="263"/>
            <ac:spMk id="31" creationId="{38AA08B4-B4D4-E652-D030-FA3682FA1A55}"/>
          </ac:spMkLst>
        </pc:spChg>
        <pc:picChg chg="add mod">
          <ac:chgData name="Rajaramesh Kamera" userId="cc0251c1aa14507a" providerId="LiveId" clId="{C6BBF55D-B7B2-45CD-B1FE-584577DC320B}" dt="2025-12-17T09:23:14.225" v="1776" actId="1440"/>
          <ac:picMkLst>
            <pc:docMk/>
            <pc:sldMk cId="2942209092" sldId="263"/>
            <ac:picMk id="11" creationId="{29CA7878-354A-B2BB-38F5-FDDD04BE0021}"/>
          </ac:picMkLst>
        </pc:picChg>
        <pc:picChg chg="add mod">
          <ac:chgData name="Rajaramesh Kamera" userId="cc0251c1aa14507a" providerId="LiveId" clId="{C6BBF55D-B7B2-45CD-B1FE-584577DC320B}" dt="2025-12-17T09:23:18.928" v="1777" actId="1440"/>
          <ac:picMkLst>
            <pc:docMk/>
            <pc:sldMk cId="2942209092" sldId="263"/>
            <ac:picMk id="13" creationId="{42F1FEB5-0B73-AA46-DD50-418CDEEDB0F8}"/>
          </ac:picMkLst>
        </pc:picChg>
        <pc:picChg chg="add mod">
          <ac:chgData name="Rajaramesh Kamera" userId="cc0251c1aa14507a" providerId="LiveId" clId="{C6BBF55D-B7B2-45CD-B1FE-584577DC320B}" dt="2025-12-17T09:23:23.846" v="1779" actId="1440"/>
          <ac:picMkLst>
            <pc:docMk/>
            <pc:sldMk cId="2942209092" sldId="263"/>
            <ac:picMk id="15" creationId="{3C352A9F-1E09-218B-DA3A-CC6170B79CAA}"/>
          </ac:picMkLst>
        </pc:picChg>
        <pc:cxnChg chg="add mod">
          <ac:chgData name="Rajaramesh Kamera" userId="cc0251c1aa14507a" providerId="LiveId" clId="{C6BBF55D-B7B2-45CD-B1FE-584577DC320B}" dt="2025-12-17T11:01:15.270" v="1789" actId="14100"/>
          <ac:cxnSpMkLst>
            <pc:docMk/>
            <pc:sldMk cId="2942209092" sldId="263"/>
            <ac:cxnSpMk id="17" creationId="{CB6ED477-2391-5394-2E00-45A50624AD18}"/>
          </ac:cxnSpMkLst>
        </pc:cxnChg>
        <pc:cxnChg chg="add mod">
          <ac:chgData name="Rajaramesh Kamera" userId="cc0251c1aa14507a" providerId="LiveId" clId="{C6BBF55D-B7B2-45CD-B1FE-584577DC320B}" dt="2025-12-17T11:30:50.081" v="2062" actId="1076"/>
          <ac:cxnSpMkLst>
            <pc:docMk/>
            <pc:sldMk cId="2942209092" sldId="263"/>
            <ac:cxnSpMk id="20" creationId="{5485FD0E-CC5A-D7A5-5C0A-C7056CEC6F61}"/>
          </ac:cxnSpMkLst>
        </pc:cxnChg>
        <pc:cxnChg chg="add mod">
          <ac:chgData name="Rajaramesh Kamera" userId="cc0251c1aa14507a" providerId="LiveId" clId="{C6BBF55D-B7B2-45CD-B1FE-584577DC320B}" dt="2025-12-17T11:01:26.409" v="1790" actId="14100"/>
          <ac:cxnSpMkLst>
            <pc:docMk/>
            <pc:sldMk cId="2942209092" sldId="263"/>
            <ac:cxnSpMk id="21" creationId="{3A7AAD74-BB30-25AB-EB5D-2BD049C7256A}"/>
          </ac:cxnSpMkLst>
        </pc:cxnChg>
      </pc:sldChg>
      <pc:sldChg chg="addSp modSp new mod modAnim">
        <pc:chgData name="Rajaramesh Kamera" userId="cc0251c1aa14507a" providerId="LiveId" clId="{C6BBF55D-B7B2-45CD-B1FE-584577DC320B}" dt="2025-12-19T05:16:01.077" v="2457" actId="14100"/>
        <pc:sldMkLst>
          <pc:docMk/>
          <pc:sldMk cId="4154131084" sldId="264"/>
        </pc:sldMkLst>
        <pc:spChg chg="add mod">
          <ac:chgData name="Rajaramesh Kamera" userId="cc0251c1aa14507a" providerId="LiveId" clId="{C6BBF55D-B7B2-45CD-B1FE-584577DC320B}" dt="2025-12-17T15:48:51.799" v="2248" actId="113"/>
          <ac:spMkLst>
            <pc:docMk/>
            <pc:sldMk cId="4154131084" sldId="264"/>
            <ac:spMk id="3" creationId="{326B4E21-73A8-2F6F-6EAB-B0287523F224}"/>
          </ac:spMkLst>
        </pc:spChg>
        <pc:spChg chg="add mod">
          <ac:chgData name="Rajaramesh Kamera" userId="cc0251c1aa14507a" providerId="LiveId" clId="{C6BBF55D-B7B2-45CD-B1FE-584577DC320B}" dt="2025-12-19T05:15:45.631" v="2455" actId="14100"/>
          <ac:spMkLst>
            <pc:docMk/>
            <pc:sldMk cId="4154131084" sldId="264"/>
            <ac:spMk id="4" creationId="{EE18C1F6-A417-1FB4-6FCA-77CC1FC6D4F2}"/>
          </ac:spMkLst>
        </pc:spChg>
        <pc:spChg chg="add mod">
          <ac:chgData name="Rajaramesh Kamera" userId="cc0251c1aa14507a" providerId="LiveId" clId="{C6BBF55D-B7B2-45CD-B1FE-584577DC320B}" dt="2025-12-19T05:15:51.507" v="2456" actId="14100"/>
          <ac:spMkLst>
            <pc:docMk/>
            <pc:sldMk cId="4154131084" sldId="264"/>
            <ac:spMk id="5" creationId="{2F8DAC08-76CB-D8A4-5960-2358478DE59F}"/>
          </ac:spMkLst>
        </pc:spChg>
        <pc:spChg chg="add mod">
          <ac:chgData name="Rajaramesh Kamera" userId="cc0251c1aa14507a" providerId="LiveId" clId="{C6BBF55D-B7B2-45CD-B1FE-584577DC320B}" dt="2025-12-19T05:16:01.077" v="2457" actId="14100"/>
          <ac:spMkLst>
            <pc:docMk/>
            <pc:sldMk cId="4154131084" sldId="264"/>
            <ac:spMk id="6" creationId="{5D9B66A3-7DF7-C810-A017-836DDDE1834B}"/>
          </ac:spMkLst>
        </pc:spChg>
      </pc:sldChg>
      <pc:sldChg chg="addSp delSp modSp new mod modAnim">
        <pc:chgData name="Rajaramesh Kamera" userId="cc0251c1aa14507a" providerId="LiveId" clId="{C6BBF55D-B7B2-45CD-B1FE-584577DC320B}" dt="2025-12-19T05:56:00.536" v="2766" actId="1076"/>
        <pc:sldMkLst>
          <pc:docMk/>
          <pc:sldMk cId="4263287951" sldId="265"/>
        </pc:sldMkLst>
        <pc:spChg chg="add mod">
          <ac:chgData name="Rajaramesh Kamera" userId="cc0251c1aa14507a" providerId="LiveId" clId="{C6BBF55D-B7B2-45CD-B1FE-584577DC320B}" dt="2025-12-17T15:55:05.185" v="2272" actId="14100"/>
          <ac:spMkLst>
            <pc:docMk/>
            <pc:sldMk cId="4263287951" sldId="265"/>
            <ac:spMk id="4" creationId="{203657D7-98A7-3600-2D53-81B937855D3A}"/>
          </ac:spMkLst>
        </pc:spChg>
        <pc:spChg chg="add mod">
          <ac:chgData name="Rajaramesh Kamera" userId="cc0251c1aa14507a" providerId="LiveId" clId="{C6BBF55D-B7B2-45CD-B1FE-584577DC320B}" dt="2025-12-19T05:55:41.208" v="2764" actId="20577"/>
          <ac:spMkLst>
            <pc:docMk/>
            <pc:sldMk cId="4263287951" sldId="265"/>
            <ac:spMk id="5" creationId="{030E2B55-53A1-1F7F-18DD-20E00E6C90A5}"/>
          </ac:spMkLst>
        </pc:spChg>
        <pc:spChg chg="add mod">
          <ac:chgData name="Rajaramesh Kamera" userId="cc0251c1aa14507a" providerId="LiveId" clId="{C6BBF55D-B7B2-45CD-B1FE-584577DC320B}" dt="2025-12-19T05:56:00.536" v="2766" actId="1076"/>
          <ac:spMkLst>
            <pc:docMk/>
            <pc:sldMk cId="4263287951" sldId="265"/>
            <ac:spMk id="6" creationId="{C8414761-3670-2054-807B-ABF0B5B46F10}"/>
          </ac:spMkLst>
        </pc:spChg>
        <pc:spChg chg="add mod">
          <ac:chgData name="Rajaramesh Kamera" userId="cc0251c1aa14507a" providerId="LiveId" clId="{C6BBF55D-B7B2-45CD-B1FE-584577DC320B}" dt="2025-12-19T05:55:51.923" v="2765" actId="1076"/>
          <ac:spMkLst>
            <pc:docMk/>
            <pc:sldMk cId="4263287951" sldId="265"/>
            <ac:spMk id="7" creationId="{7CDB93C4-43C6-F2F6-4D1A-DE42F882C46A}"/>
          </ac:spMkLst>
        </pc:spChg>
      </pc:sldChg>
      <pc:sldChg chg="addSp modSp new mod modAnim">
        <pc:chgData name="Rajaramesh Kamera" userId="cc0251c1aa14507a" providerId="LiveId" clId="{C6BBF55D-B7B2-45CD-B1FE-584577DC320B}" dt="2025-12-19T08:37:14.551" v="2981"/>
        <pc:sldMkLst>
          <pc:docMk/>
          <pc:sldMk cId="3524010746" sldId="266"/>
        </pc:sldMkLst>
        <pc:spChg chg="add mod">
          <ac:chgData name="Rajaramesh Kamera" userId="cc0251c1aa14507a" providerId="LiveId" clId="{C6BBF55D-B7B2-45CD-B1FE-584577DC320B}" dt="2025-12-17T16:18:10.473" v="2299" actId="113"/>
          <ac:spMkLst>
            <pc:docMk/>
            <pc:sldMk cId="3524010746" sldId="266"/>
            <ac:spMk id="3" creationId="{B80861DC-361B-5AED-09B1-45ED22D72307}"/>
          </ac:spMkLst>
        </pc:spChg>
        <pc:spChg chg="add mod">
          <ac:chgData name="Rajaramesh Kamera" userId="cc0251c1aa14507a" providerId="LiveId" clId="{C6BBF55D-B7B2-45CD-B1FE-584577DC320B}" dt="2025-12-17T16:38:01.122" v="2426" actId="21"/>
          <ac:spMkLst>
            <pc:docMk/>
            <pc:sldMk cId="3524010746" sldId="266"/>
            <ac:spMk id="4" creationId="{9A76D766-1BA5-8F45-9495-45C2B980FAE6}"/>
          </ac:spMkLst>
        </pc:spChg>
        <pc:spChg chg="add mod">
          <ac:chgData name="Rajaramesh Kamera" userId="cc0251c1aa14507a" providerId="LiveId" clId="{C6BBF55D-B7B2-45CD-B1FE-584577DC320B}" dt="2025-12-17T16:38:19.333" v="2429" actId="20577"/>
          <ac:spMkLst>
            <pc:docMk/>
            <pc:sldMk cId="3524010746" sldId="266"/>
            <ac:spMk id="5" creationId="{3BCAFD41-D4C3-447C-7BF4-49AD235934BD}"/>
          </ac:spMkLst>
        </pc:spChg>
        <pc:spChg chg="add mod">
          <ac:chgData name="Rajaramesh Kamera" userId="cc0251c1aa14507a" providerId="LiveId" clId="{C6BBF55D-B7B2-45CD-B1FE-584577DC320B}" dt="2025-12-19T08:13:25.804" v="2933" actId="207"/>
          <ac:spMkLst>
            <pc:docMk/>
            <pc:sldMk cId="3524010746" sldId="266"/>
            <ac:spMk id="6" creationId="{D1C666B2-4294-198B-D28F-733D6109AA38}"/>
          </ac:spMkLst>
        </pc:spChg>
      </pc:sldChg>
      <pc:sldChg chg="addSp modSp new mod modAnim">
        <pc:chgData name="Rajaramesh Kamera" userId="cc0251c1aa14507a" providerId="LiveId" clId="{C6BBF55D-B7B2-45CD-B1FE-584577DC320B}" dt="2025-12-19T10:11:43.527" v="2995"/>
        <pc:sldMkLst>
          <pc:docMk/>
          <pc:sldMk cId="1542639973" sldId="267"/>
        </pc:sldMkLst>
        <pc:picChg chg="add mod">
          <ac:chgData name="Rajaramesh Kamera" userId="cc0251c1aa14507a" providerId="LiveId" clId="{C6BBF55D-B7B2-45CD-B1FE-584577DC320B}" dt="2025-12-17T16:25:31.187" v="2319" actId="962"/>
          <ac:picMkLst>
            <pc:docMk/>
            <pc:sldMk cId="1542639973" sldId="267"/>
            <ac:picMk id="4" creationId="{9B290E97-D5A6-0CEA-25E6-B61660361D0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D37522-76B6-4ED8-A53B-D0717620392F}" type="datetimeFigureOut">
              <a:rPr lang="en-IN" smtClean="0"/>
              <a:t>19-12-2025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4BB27E-0422-4297-8E52-ABEA44A9D3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18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4BB27E-0422-4297-8E52-ABEA44A9D33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6779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4BB27E-0422-4297-8E52-ABEA44A9D332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4975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9952425-D329-4038-B792-B981F1C54F2D}" type="datetime1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9CCBC6A7-CDCF-4D0E-BDEB-AAE4BEA6B04C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7159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AC111-82FB-46A2-9283-25378A35BC35}" type="datetime1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C6A7-CDCF-4D0E-BDEB-AAE4BEA6B0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3845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DDAD0-6FC6-445A-8048-E3D378A27D7F}" type="datetime1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C6A7-CDCF-4D0E-BDEB-AAE4BEA6B04C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8092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133E8-4442-4F74-B2A6-F4FB8618C64B}" type="datetime1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C6A7-CDCF-4D0E-BDEB-AAE4BEA6B0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178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9E695-4A45-4A4E-9758-540AB849DE7E}" type="datetime1">
              <a:rPr lang="en-IN" smtClean="0"/>
              <a:t>19-12-2025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C6A7-CDCF-4D0E-BDEB-AAE4BEA6B04C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9889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41E6-3C42-4E09-BC0A-F67D56AA0AAD}" type="datetime1">
              <a:rPr lang="en-IN" smtClean="0"/>
              <a:t>19-12-2025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C6A7-CDCF-4D0E-BDEB-AAE4BEA6B04C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4881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371F0-29BD-45A0-BFE4-322139133174}" type="datetime1">
              <a:rPr lang="en-IN" smtClean="0"/>
              <a:t>19-12-2025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C6A7-CDCF-4D0E-BDEB-AAE4BEA6B0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4366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BD4F5-5D35-422E-8F1B-312B85D4C015}" type="datetime1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C6A7-CDCF-4D0E-BDEB-AAE4BEA6B04C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3688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58C1F-2C37-440B-B1A2-0A66B8326A0B}" type="datetime1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C6A7-CDCF-4D0E-BDEB-AAE4BEA6B0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2854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F0CFD-1D26-4F32-B648-7F86B0DAA23C}" type="datetime1">
              <a:rPr lang="en-IN" smtClean="0"/>
              <a:t>19-12-2025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C6A7-CDCF-4D0E-BDEB-AAE4BEA6B0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6785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1AC6A-09A5-4711-941F-F5D48A056DF2}" type="datetime1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C6A7-CDCF-4D0E-BDEB-AAE4BEA6B04C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12041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1320C-2F48-4E63-BCC9-459CC8112B1F}" type="datetime1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C6A7-CDCF-4D0E-BDEB-AAE4BEA6B04C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20184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3DA15-99DB-4EA3-B03C-91AED5866D15}" type="datetime1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C6A7-CDCF-4D0E-BDEB-AAE4BEA6B0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457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D4B24-946D-43DE-82F2-6AC30718345E}" type="datetime1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C6A7-CDCF-4D0E-BDEB-AAE4BEA6B04C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59115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247B-791F-4450-B38B-76A673B65121}" type="datetime1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C6A7-CDCF-4D0E-BDEB-AAE4BEA6B04C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46744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469B4-D17E-43C1-8ABC-E3CE7C7784B2}" type="datetime1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C6A7-CDCF-4D0E-BDEB-AAE4BEA6B04C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22318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E348F-1613-401A-8156-39E9365DEAA5}" type="datetime1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C6A7-CDCF-4D0E-BDEB-AAE4BEA6B04C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8901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73D75CD-A659-4BA6-A219-AC345AB937A0}" type="datetime1">
              <a:rPr lang="en-IN" smtClean="0"/>
              <a:t>19-12-2025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CCBC6A7-CDCF-4D0E-BDEB-AAE4BEA6B0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668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  <p:sldLayoutId id="2147483838" r:id="rId12"/>
    <p:sldLayoutId id="2147483839" r:id="rId13"/>
    <p:sldLayoutId id="2147483840" r:id="rId14"/>
    <p:sldLayoutId id="2147483841" r:id="rId15"/>
    <p:sldLayoutId id="2147483842" r:id="rId16"/>
    <p:sldLayoutId id="2147483843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drive/folders/1Dd9gWsvYnqtMnLOz-KKh9Gv_WeG-icj2?usp=sharing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8AB7F-DF45-0259-1D84-040746C5B7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600" b="1" dirty="0">
                <a:solidFill>
                  <a:schemeClr val="tx1"/>
                </a:solidFill>
              </a:rPr>
              <a:t>DATA DRIVEN ANALYSIS FOR OPERATIONAL IMPROVEMENT: TELANGANA BELLAM CHAI</a:t>
            </a:r>
            <a:endParaRPr lang="en-IN" sz="2600" b="1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FB00E1-54C0-12B0-57FD-DFB0E82C2B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Kamera Rajaramesh</a:t>
            </a:r>
          </a:p>
          <a:p>
            <a:r>
              <a:rPr lang="en-US" dirty="0"/>
              <a:t>23f1003064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FBBA85-7BC3-F37C-C175-402CD4C79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C6A7-CDCF-4D0E-BDEB-AAE4BEA6B04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7842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phere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454293-8822-7A97-D028-458CB1868F46}"/>
              </a:ext>
            </a:extLst>
          </p:cNvPr>
          <p:cNvSpPr txBox="1"/>
          <p:nvPr/>
        </p:nvSpPr>
        <p:spPr>
          <a:xfrm>
            <a:off x="1106424" y="963906"/>
            <a:ext cx="58521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THE BUSINESS: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4C38B2-C36B-65B8-FC88-23DCC4B75308}"/>
              </a:ext>
            </a:extLst>
          </p:cNvPr>
          <p:cNvSpPr txBox="1"/>
          <p:nvPr/>
        </p:nvSpPr>
        <p:spPr>
          <a:xfrm>
            <a:off x="993703" y="1443101"/>
            <a:ext cx="5388809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Small, owner-managed tea outlet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Location: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Kadem, Nirmal District, Telangana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Operating since 2024 with stable local demand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is a B2C business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 products: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* Bellam Chai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* Coffee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* Leamon Tea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* Ginger Tea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Records maintained manually by owner</a:t>
            </a:r>
          </a:p>
          <a:p>
            <a:pPr>
              <a:lnSpc>
                <a:spcPct val="150000"/>
              </a:lnSpc>
            </a:pPr>
            <a:endParaRPr lang="en-US" sz="2000" dirty="0"/>
          </a:p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988D9F-BC0D-A521-CBB6-320D42B8A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C6A7-CDCF-4D0E-BDEB-AAE4BEA6B04C}" type="slidenum">
              <a:rPr lang="en-IN" smtClean="0"/>
              <a:t>2</a:t>
            </a:fld>
            <a:endParaRPr lang="en-IN"/>
          </a:p>
        </p:txBody>
      </p:sp>
      <p:pic>
        <p:nvPicPr>
          <p:cNvPr id="1029" name="Picture 5">
            <a:extLst>
              <a:ext uri="{FF2B5EF4-FFF2-40B4-BE49-F238E27FC236}">
                <a16:creationId xmlns:a16="http://schemas.microsoft.com/office/drawing/2014/main" id="{0EAEDF2E-0A3E-EC1F-D56A-A0792E2B32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977" y="749300"/>
            <a:ext cx="2370391" cy="3186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>
            <a:extLst>
              <a:ext uri="{FF2B5EF4-FFF2-40B4-BE49-F238E27FC236}">
                <a16:creationId xmlns:a16="http://schemas.microsoft.com/office/drawing/2014/main" id="{93D2133E-E010-5571-8FAF-024B9957DF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0470" y="3611880"/>
            <a:ext cx="3543407" cy="2496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6445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6B7B0B-428C-F72A-7321-EE1099AA6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C6A7-CDCF-4D0E-BDEB-AAE4BEA6B04C}" type="slidenum">
              <a:rPr lang="en-IN" smtClean="0"/>
              <a:t>3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47C223-E28C-9943-EBBA-9E2314D4158D}"/>
              </a:ext>
            </a:extLst>
          </p:cNvPr>
          <p:cNvSpPr txBox="1"/>
          <p:nvPr/>
        </p:nvSpPr>
        <p:spPr>
          <a:xfrm flipH="1">
            <a:off x="1645920" y="1161288"/>
            <a:ext cx="44500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/>
              <a:t>CHALLENGES: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57A9D6B-8BF4-338D-1E6C-4013D48133EC}"/>
              </a:ext>
            </a:extLst>
          </p:cNvPr>
          <p:cNvSpPr/>
          <p:nvPr/>
        </p:nvSpPr>
        <p:spPr>
          <a:xfrm>
            <a:off x="1527048" y="2048256"/>
            <a:ext cx="3593592" cy="18928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b="1" dirty="0"/>
              <a:t>Problem 1: Inventory Planning Inefficiency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Frequent stockouts of milk and jaggery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Unplanned bulk purchases increase daily costs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Direct impact on Bellam Chai sales and profit</a:t>
            </a:r>
          </a:p>
          <a:p>
            <a:pPr algn="ctr"/>
            <a:endParaRPr lang="en-IN" sz="15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58C0BC3-477E-B12A-8DE0-F161E425E01F}"/>
              </a:ext>
            </a:extLst>
          </p:cNvPr>
          <p:cNvSpPr/>
          <p:nvPr/>
        </p:nvSpPr>
        <p:spPr>
          <a:xfrm>
            <a:off x="7156704" y="1990114"/>
            <a:ext cx="3593592" cy="18928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500" b="1" dirty="0"/>
          </a:p>
          <a:p>
            <a:r>
              <a:rPr lang="en-US" sz="1500" b="1" dirty="0"/>
              <a:t>Problem 2: Informal Credit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Credit given without limits or repayment rules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Few customers hold large outstanding amounts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Causes cash-flow stress during procurement</a:t>
            </a:r>
          </a:p>
          <a:p>
            <a:pPr algn="ctr"/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6A0F404-DDB7-97BF-536F-F6177EA025CC}"/>
              </a:ext>
            </a:extLst>
          </p:cNvPr>
          <p:cNvSpPr/>
          <p:nvPr/>
        </p:nvSpPr>
        <p:spPr>
          <a:xfrm>
            <a:off x="4415028" y="4196311"/>
            <a:ext cx="3593592" cy="18928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b="1" dirty="0"/>
              <a:t>Problem 3: Peak-Hour Workload Pressure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High customer rush during 7–10 AM and 4–7 PM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Owner manages all tasks alone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Leads to slow service and missed sales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2469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6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8B7257-13EB-E419-BFF7-33821246B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C6A7-CDCF-4D0E-BDEB-AAE4BEA6B04C}" type="slidenum">
              <a:rPr lang="en-IN" smtClean="0"/>
              <a:t>4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A893CC-D60B-F387-3E1F-B9D52C7E734D}"/>
              </a:ext>
            </a:extLst>
          </p:cNvPr>
          <p:cNvSpPr txBox="1"/>
          <p:nvPr/>
        </p:nvSpPr>
        <p:spPr>
          <a:xfrm>
            <a:off x="1005840" y="950976"/>
            <a:ext cx="4809744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6000"/>
              </a:lnSpc>
            </a:pPr>
            <a:r>
              <a:rPr lang="en-US" sz="5000" dirty="0">
                <a:solidFill>
                  <a:srgbClr val="227C9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</a:p>
          <a:p>
            <a:pPr>
              <a:lnSpc>
                <a:spcPts val="6000"/>
              </a:lnSpc>
            </a:pPr>
            <a:r>
              <a:rPr lang="en-US" sz="5000" dirty="0">
                <a:solidFill>
                  <a:srgbClr val="227C9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27C9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 collected was a primary data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27C9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tackle these challenges following data was collected from the period 1</a:t>
            </a:r>
            <a:r>
              <a:rPr lang="en-US" baseline="30000" dirty="0">
                <a:solidFill>
                  <a:srgbClr val="227C9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dirty="0">
                <a:solidFill>
                  <a:srgbClr val="227C9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June to 30</a:t>
            </a:r>
            <a:r>
              <a:rPr lang="en-US" baseline="30000" dirty="0">
                <a:solidFill>
                  <a:srgbClr val="227C9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>
                <a:solidFill>
                  <a:srgbClr val="227C9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September. </a:t>
            </a:r>
          </a:p>
          <a:p>
            <a:pPr>
              <a:lnSpc>
                <a:spcPts val="6000"/>
              </a:lnSpc>
            </a:pPr>
            <a:endParaRPr lang="en-US" sz="5000" dirty="0">
              <a:solidFill>
                <a:srgbClr val="227C9D"/>
              </a:solidFill>
              <a:latin typeface="Kollektif Bold"/>
            </a:endParaRPr>
          </a:p>
          <a:p>
            <a:pPr>
              <a:lnSpc>
                <a:spcPts val="6000"/>
              </a:lnSpc>
            </a:pPr>
            <a:endParaRPr lang="en-US" sz="5000" dirty="0">
              <a:solidFill>
                <a:srgbClr val="227C9D"/>
              </a:solidFill>
              <a:latin typeface="Kollektif Bold"/>
            </a:endParaRPr>
          </a:p>
          <a:p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1384E63-D1DA-A8CC-73EE-8184968267EC}"/>
              </a:ext>
            </a:extLst>
          </p:cNvPr>
          <p:cNvSpPr/>
          <p:nvPr/>
        </p:nvSpPr>
        <p:spPr>
          <a:xfrm>
            <a:off x="6444597" y="1423737"/>
            <a:ext cx="3280290" cy="20052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Inventory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Item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Quantity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Cost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2765980-FF82-FE2F-4B6F-ADB5668003F6}"/>
              </a:ext>
            </a:extLst>
          </p:cNvPr>
          <p:cNvSpPr/>
          <p:nvPr/>
        </p:nvSpPr>
        <p:spPr>
          <a:xfrm>
            <a:off x="4513530" y="3749361"/>
            <a:ext cx="3280290" cy="20052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Sales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Date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Item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Price/unit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Quantity Sold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Total Price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1460B8D-A118-CD11-C180-7A54F851851F}"/>
              </a:ext>
            </a:extLst>
          </p:cNvPr>
          <p:cNvSpPr/>
          <p:nvPr/>
        </p:nvSpPr>
        <p:spPr>
          <a:xfrm>
            <a:off x="8004052" y="3749361"/>
            <a:ext cx="3280290" cy="20052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Credit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Transaction 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Customer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Credit Amount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Repayment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Outstanding Balance</a:t>
            </a:r>
          </a:p>
        </p:txBody>
      </p:sp>
    </p:spTree>
    <p:extLst>
      <p:ext uri="{BB962C8B-B14F-4D97-AF65-F5344CB8AC3E}">
        <p14:creationId xmlns:p14="http://schemas.microsoft.com/office/powerpoint/2010/main" val="1361174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7122BE-E1CC-D87F-19E7-6783BA4D6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C6A7-CDCF-4D0E-BDEB-AAE4BEA6B04C}" type="slidenum">
              <a:rPr lang="en-IN" smtClean="0"/>
              <a:t>5</a:t>
            </a:fld>
            <a:endParaRPr lang="en-IN"/>
          </a:p>
        </p:txBody>
      </p:sp>
      <p:sp>
        <p:nvSpPr>
          <p:cNvPr id="5" name="AutoShape 4" descr="Your Step-by-Step Guide to Writing a Good Research Methodology">
            <a:extLst>
              <a:ext uri="{FF2B5EF4-FFF2-40B4-BE49-F238E27FC236}">
                <a16:creationId xmlns:a16="http://schemas.microsoft.com/office/drawing/2014/main" id="{5E75BE0F-D45F-3FA7-F5A1-DECE3C0789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813D5B-DE57-1E86-10DA-21AC73CA8495}"/>
              </a:ext>
            </a:extLst>
          </p:cNvPr>
          <p:cNvSpPr txBox="1"/>
          <p:nvPr/>
        </p:nvSpPr>
        <p:spPr>
          <a:xfrm>
            <a:off x="987552" y="4157945"/>
            <a:ext cx="4558364" cy="129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Tools Used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Excel / Google Sheets – cleaning, summaries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Python – visualization and statistical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7C0C04-320B-2A5F-97EF-D21F7639C962}"/>
              </a:ext>
            </a:extLst>
          </p:cNvPr>
          <p:cNvSpPr txBox="1"/>
          <p:nvPr/>
        </p:nvSpPr>
        <p:spPr>
          <a:xfrm>
            <a:off x="882316" y="1219201"/>
            <a:ext cx="45583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solidFill>
                  <a:schemeClr val="accent3">
                    <a:lumMod val="75000"/>
                  </a:schemeClr>
                </a:solidFill>
              </a:rPr>
              <a:t>Methodology and Tools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628524-99FE-2B75-842B-3CC86CA0E013}"/>
              </a:ext>
            </a:extLst>
          </p:cNvPr>
          <p:cNvSpPr txBox="1"/>
          <p:nvPr/>
        </p:nvSpPr>
        <p:spPr>
          <a:xfrm>
            <a:off x="987552" y="1801368"/>
            <a:ext cx="455836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Methods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Descriptive Statistics – sales, cost and Credit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ABC Analysis – inventory prioritization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RFM Analysis – credit customer segmentation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Profit &amp; Margin Analysis – financial performance of the business</a:t>
            </a:r>
          </a:p>
          <a:p>
            <a:endParaRPr lang="en-IN" dirty="0"/>
          </a:p>
        </p:txBody>
      </p:sp>
      <p:sp>
        <p:nvSpPr>
          <p:cNvPr id="11" name="AutoShape 2">
            <a:extLst>
              <a:ext uri="{FF2B5EF4-FFF2-40B4-BE49-F238E27FC236}">
                <a16:creationId xmlns:a16="http://schemas.microsoft.com/office/drawing/2014/main" id="{CFC06D50-39D3-F900-E029-0A7955AE44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5FDF113-7365-3BD1-76FE-1B08B0196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371" y="1219201"/>
            <a:ext cx="5218192" cy="258532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7E5E876-C467-004F-1A2E-4664F9B7B4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372" y="3922886"/>
            <a:ext cx="5218192" cy="2020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928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CF1D0F-0333-D15C-3CF7-FB031714B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C6A7-CDCF-4D0E-BDEB-AAE4BEA6B04C}" type="slidenum">
              <a:rPr lang="en-IN" smtClean="0"/>
              <a:t>6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1CD7A9-D28A-EE59-3B64-56589B213DFD}"/>
              </a:ext>
            </a:extLst>
          </p:cNvPr>
          <p:cNvSpPr txBox="1"/>
          <p:nvPr/>
        </p:nvSpPr>
        <p:spPr>
          <a:xfrm>
            <a:off x="1060704" y="1106424"/>
            <a:ext cx="69402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solidFill>
                  <a:srgbClr val="00B050"/>
                </a:solidFill>
              </a:rPr>
              <a:t>RESULTS: FINANCIAL OVERVIEW</a:t>
            </a:r>
          </a:p>
        </p:txBody>
      </p:sp>
      <p:pic>
        <p:nvPicPr>
          <p:cNvPr id="5" name="Picture 4" descr="A graph showing a blue line">
            <a:extLst>
              <a:ext uri="{FF2B5EF4-FFF2-40B4-BE49-F238E27FC236}">
                <a16:creationId xmlns:a16="http://schemas.microsoft.com/office/drawing/2014/main" id="{04FF8FAE-4790-C167-2200-E9E43BB68C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948" y="1814036"/>
            <a:ext cx="3043428" cy="2203678"/>
          </a:xfrm>
          <a:prstGeom prst="rect">
            <a:avLst/>
          </a:prstGeom>
        </p:spPr>
      </p:pic>
      <p:pic>
        <p:nvPicPr>
          <p:cNvPr id="7" name="Picture 6" descr="A graph with red and blue lines&#10;&#10;AI-generated content may be incorrect.">
            <a:extLst>
              <a:ext uri="{FF2B5EF4-FFF2-40B4-BE49-F238E27FC236}">
                <a16:creationId xmlns:a16="http://schemas.microsoft.com/office/drawing/2014/main" id="{682EC51F-67E2-038B-7F71-4B07338EAB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0736" y="1839527"/>
            <a:ext cx="3275296" cy="22036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F766319-9E7B-08F3-6752-DEE6C5304CA9}"/>
              </a:ext>
            </a:extLst>
          </p:cNvPr>
          <p:cNvSpPr txBox="1"/>
          <p:nvPr/>
        </p:nvSpPr>
        <p:spPr>
          <a:xfrm>
            <a:off x="1254252" y="4171327"/>
            <a:ext cx="27508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Average Sales: 2293.07 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Median: 2415.00 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Range of Sales: 1660 Rs -2790 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A457FD-1F6D-4C09-B784-EAE2278AE0DF}"/>
              </a:ext>
            </a:extLst>
          </p:cNvPr>
          <p:cNvSpPr txBox="1"/>
          <p:nvPr/>
        </p:nvSpPr>
        <p:spPr>
          <a:xfrm>
            <a:off x="4330736" y="4171327"/>
            <a:ext cx="32752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Range of Profits: -3492 Rs to 1941 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Average Margin: 43.75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Median Profits: 1247.21 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Average Profits : 1066 Rs</a:t>
            </a:r>
          </a:p>
        </p:txBody>
      </p:sp>
      <p:pic>
        <p:nvPicPr>
          <p:cNvPr id="6" name="Picture 5" descr="A graph with blue bars and red line">
            <a:extLst>
              <a:ext uri="{FF2B5EF4-FFF2-40B4-BE49-F238E27FC236}">
                <a16:creationId xmlns:a16="http://schemas.microsoft.com/office/drawing/2014/main" id="{F3FC0991-F231-0FF6-ED0F-B237715083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9248" y="1814036"/>
            <a:ext cx="3563900" cy="22036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E439238-CEF3-8501-5A8F-B255C123EE0B}"/>
              </a:ext>
            </a:extLst>
          </p:cNvPr>
          <p:cNvSpPr txBox="1"/>
          <p:nvPr/>
        </p:nvSpPr>
        <p:spPr>
          <a:xfrm>
            <a:off x="7699248" y="4254693"/>
            <a:ext cx="346172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Highest Sales – Bellam Chai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Medium Sales – Coffee, Leamon Tea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Lowest Sales – Boost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Correlation: -0.22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2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11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F19030-B44A-6AD8-93BD-E26BA1E2B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C6A7-CDCF-4D0E-BDEB-AAE4BEA6B04C}" type="slidenum">
              <a:rPr lang="en-IN" smtClean="0"/>
              <a:t>7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57C14F-9E2E-0001-A574-CAF03E381B5A}"/>
              </a:ext>
            </a:extLst>
          </p:cNvPr>
          <p:cNvSpPr txBox="1"/>
          <p:nvPr/>
        </p:nvSpPr>
        <p:spPr>
          <a:xfrm>
            <a:off x="969264" y="923544"/>
            <a:ext cx="837590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solidFill>
                  <a:srgbClr val="00B050"/>
                </a:solidFill>
              </a:rPr>
              <a:t>RESULTS: INVENTORY (ABC ANALYSIS)</a:t>
            </a:r>
          </a:p>
        </p:txBody>
      </p:sp>
      <p:pic>
        <p:nvPicPr>
          <p:cNvPr id="5" name="Picture 4" descr="A graph with a red line&#10;&#10;AI-generated content may be incorrect.">
            <a:extLst>
              <a:ext uri="{FF2B5EF4-FFF2-40B4-BE49-F238E27FC236}">
                <a16:creationId xmlns:a16="http://schemas.microsoft.com/office/drawing/2014/main" id="{2BE546FF-61A9-2A45-F5E8-12FBE7EE8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324" y="1563517"/>
            <a:ext cx="3015996" cy="2327255"/>
          </a:xfrm>
          <a:prstGeom prst="rect">
            <a:avLst/>
          </a:prstGeom>
        </p:spPr>
      </p:pic>
      <p:pic>
        <p:nvPicPr>
          <p:cNvPr id="7" name="Picture 6" descr="A graph showing a blue line">
            <a:extLst>
              <a:ext uri="{FF2B5EF4-FFF2-40B4-BE49-F238E27FC236}">
                <a16:creationId xmlns:a16="http://schemas.microsoft.com/office/drawing/2014/main" id="{99D5ABBB-507E-47AD-F13D-D286045B8A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344" y="1563518"/>
            <a:ext cx="3280863" cy="2327254"/>
          </a:xfrm>
          <a:prstGeom prst="rect">
            <a:avLst/>
          </a:prstGeom>
        </p:spPr>
      </p:pic>
      <p:pic>
        <p:nvPicPr>
          <p:cNvPr id="9" name="Picture 8" descr="A pie chart with different colored circles&#10;&#10;AI-generated content may be incorrect.">
            <a:extLst>
              <a:ext uri="{FF2B5EF4-FFF2-40B4-BE49-F238E27FC236}">
                <a16:creationId xmlns:a16="http://schemas.microsoft.com/office/drawing/2014/main" id="{262B322F-E95C-862C-BD98-11D8599FBA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9645" y="1572905"/>
            <a:ext cx="3589031" cy="231786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4B399B2-76EC-13D8-2BE5-2768C298E8B0}"/>
              </a:ext>
            </a:extLst>
          </p:cNvPr>
          <p:cNvSpPr txBox="1"/>
          <p:nvPr/>
        </p:nvSpPr>
        <p:spPr>
          <a:xfrm>
            <a:off x="1082292" y="4022913"/>
            <a:ext cx="28870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ABC Analysis: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Class A items: Milk, Jaggery Powder, Sugar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Class B Items: Coffee Powder &amp; Tea Powder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Class C Items: Remaining all Items.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C4ED92-02E1-6500-B6FE-0A05C05F5891}"/>
              </a:ext>
            </a:extLst>
          </p:cNvPr>
          <p:cNvSpPr txBox="1"/>
          <p:nvPr/>
        </p:nvSpPr>
        <p:spPr>
          <a:xfrm>
            <a:off x="4098343" y="3976748"/>
            <a:ext cx="328086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Inventory Cost of all Items: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Average Inventory Cost:  957.42 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Median Cost: 844 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day have highest Inventory Cost: 1</a:t>
            </a:r>
            <a:r>
              <a:rPr lang="en-IN" baseline="30000" dirty="0"/>
              <a:t>st</a:t>
            </a:r>
            <a:r>
              <a:rPr lang="en-IN" dirty="0"/>
              <a:t> June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Lowest Cost Day: 14</a:t>
            </a:r>
            <a:r>
              <a:rPr lang="en-IN" baseline="30000" dirty="0"/>
              <a:t>th</a:t>
            </a:r>
            <a:r>
              <a:rPr lang="en-IN" dirty="0"/>
              <a:t> Aug and 5</a:t>
            </a:r>
            <a:r>
              <a:rPr lang="en-IN" baseline="30000" dirty="0"/>
              <a:t>th</a:t>
            </a:r>
            <a:r>
              <a:rPr lang="en-IN" dirty="0"/>
              <a:t> Sep.</a:t>
            </a:r>
          </a:p>
          <a:p>
            <a:endParaRPr lang="en-IN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C30D6B-B533-21B1-AD58-8E33132AE41B}"/>
              </a:ext>
            </a:extLst>
          </p:cNvPr>
          <p:cNvSpPr txBox="1"/>
          <p:nvPr/>
        </p:nvSpPr>
        <p:spPr>
          <a:xfrm>
            <a:off x="7520677" y="4069080"/>
            <a:ext cx="358903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Cost of each Item for 4 months: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Highest Purchase Item: Milk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Lowest Purchase Items: Milk Shake Flavours.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7948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11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AB6195-494B-5B48-311F-0DD14B4C5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C6A7-CDCF-4D0E-BDEB-AAE4BEA6B04C}" type="slidenum">
              <a:rPr lang="en-IN" smtClean="0"/>
              <a:t>8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81015D-9A00-A5BA-DFB3-5D00FEA98E79}"/>
              </a:ext>
            </a:extLst>
          </p:cNvPr>
          <p:cNvSpPr txBox="1"/>
          <p:nvPr/>
        </p:nvSpPr>
        <p:spPr>
          <a:xfrm>
            <a:off x="987552" y="877824"/>
            <a:ext cx="72146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RESULTS: CREDIT &amp; PEAK TIME</a:t>
            </a:r>
          </a:p>
        </p:txBody>
      </p:sp>
      <p:pic>
        <p:nvPicPr>
          <p:cNvPr id="11" name="Picture 10" descr="A graph of different colored bars">
            <a:extLst>
              <a:ext uri="{FF2B5EF4-FFF2-40B4-BE49-F238E27FC236}">
                <a16:creationId xmlns:a16="http://schemas.microsoft.com/office/drawing/2014/main" id="{29CA7878-354A-B2BB-38F5-FDDD04BE00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553" y="1431822"/>
            <a:ext cx="3525700" cy="218005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12" descr="A graph showing different colored lines">
            <a:extLst>
              <a:ext uri="{FF2B5EF4-FFF2-40B4-BE49-F238E27FC236}">
                <a16:creationId xmlns:a16="http://schemas.microsoft.com/office/drawing/2014/main" id="{42F1FEB5-0B73-AA46-DD50-418CDEEDB0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8747" y="1431822"/>
            <a:ext cx="3525700" cy="218005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5" name="Picture 14" descr="A screenshot of a graph&#10;&#10;AI-generated content may be incorrect.">
            <a:extLst>
              <a:ext uri="{FF2B5EF4-FFF2-40B4-BE49-F238E27FC236}">
                <a16:creationId xmlns:a16="http://schemas.microsoft.com/office/drawing/2014/main" id="{3C352A9F-1E09-218B-DA3A-CC6170B79C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3912" y="3665112"/>
            <a:ext cx="3864175" cy="244358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B6ED477-2391-5394-2E00-45A50624AD18}"/>
              </a:ext>
            </a:extLst>
          </p:cNvPr>
          <p:cNvCxnSpPr>
            <a:cxnSpLocks/>
          </p:cNvCxnSpPr>
          <p:nvPr/>
        </p:nvCxnSpPr>
        <p:spPr>
          <a:xfrm>
            <a:off x="1152144" y="3665112"/>
            <a:ext cx="0" cy="467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485FD0E-CC5A-D7A5-5C0A-C7056CEC6F61}"/>
              </a:ext>
            </a:extLst>
          </p:cNvPr>
          <p:cNvCxnSpPr>
            <a:cxnSpLocks/>
          </p:cNvCxnSpPr>
          <p:nvPr/>
        </p:nvCxnSpPr>
        <p:spPr>
          <a:xfrm>
            <a:off x="7808631" y="3986784"/>
            <a:ext cx="5760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A7AAD74-BB30-25AB-EB5D-2BD049C7256A}"/>
              </a:ext>
            </a:extLst>
          </p:cNvPr>
          <p:cNvCxnSpPr>
            <a:cxnSpLocks/>
          </p:cNvCxnSpPr>
          <p:nvPr/>
        </p:nvCxnSpPr>
        <p:spPr>
          <a:xfrm flipH="1">
            <a:off x="7114032" y="1770888"/>
            <a:ext cx="5547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D76189A-A405-AFEF-05A8-97C5294D4E97}"/>
              </a:ext>
            </a:extLst>
          </p:cNvPr>
          <p:cNvSpPr txBox="1"/>
          <p:nvPr/>
        </p:nvSpPr>
        <p:spPr>
          <a:xfrm>
            <a:off x="850394" y="4133088"/>
            <a:ext cx="322782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Credit Findings (RFM Analysis)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Few customers hold most outstanding dues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High-frequency, high-value credit customers identified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Credit impacts working capital availability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35C6E17-C510-7168-E489-B3E08DB30566}"/>
              </a:ext>
            </a:extLst>
          </p:cNvPr>
          <p:cNvSpPr txBox="1"/>
          <p:nvPr/>
        </p:nvSpPr>
        <p:spPr>
          <a:xfrm>
            <a:off x="4773168" y="1554480"/>
            <a:ext cx="262432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Raj and Vamshi account for the highest credit amounts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credit risk is driven by a small number of high-value borrowers rather than the entire customer base.</a:t>
            </a:r>
            <a:endParaRPr lang="en-IN" sz="16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8AA08B4-B4D4-E652-D030-FA3682FA1A55}"/>
              </a:ext>
            </a:extLst>
          </p:cNvPr>
          <p:cNvSpPr txBox="1"/>
          <p:nvPr/>
        </p:nvSpPr>
        <p:spPr>
          <a:xfrm>
            <a:off x="8384703" y="3796876"/>
            <a:ext cx="281974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Day Wise Sales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Highest sales were in the week days</a:t>
            </a:r>
          </a:p>
          <a:p>
            <a:r>
              <a:rPr lang="en-US" b="1" dirty="0"/>
              <a:t>Peak Hours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Morning: 7–10 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Evening: 4–7 PM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Single-person operations cause delays</a:t>
            </a:r>
          </a:p>
        </p:txBody>
      </p:sp>
    </p:spTree>
    <p:extLst>
      <p:ext uri="{BB962C8B-B14F-4D97-AF65-F5344CB8AC3E}">
        <p14:creationId xmlns:p14="http://schemas.microsoft.com/office/powerpoint/2010/main" val="2942209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7" grpId="0"/>
      <p:bldP spid="30" grpId="0"/>
      <p:bldP spid="3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D63D8A-2EB0-5BF8-0917-E96D1BB3A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C6A7-CDCF-4D0E-BDEB-AAE4BEA6B04C}" type="slidenum">
              <a:rPr lang="en-IN" smtClean="0"/>
              <a:t>9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6B4E21-73A8-2F6F-6EAB-B0287523F224}"/>
              </a:ext>
            </a:extLst>
          </p:cNvPr>
          <p:cNvSpPr txBox="1"/>
          <p:nvPr/>
        </p:nvSpPr>
        <p:spPr>
          <a:xfrm>
            <a:off x="877824" y="923544"/>
            <a:ext cx="8549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INTERPRETATION OF RESULTS</a:t>
            </a:r>
            <a:endParaRPr lang="en-IN" sz="3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18C1F6-A417-1FB4-6FCA-77CC1FC6D4F2}"/>
              </a:ext>
            </a:extLst>
          </p:cNvPr>
          <p:cNvSpPr txBox="1"/>
          <p:nvPr/>
        </p:nvSpPr>
        <p:spPr>
          <a:xfrm>
            <a:off x="1039368" y="1609344"/>
            <a:ext cx="101132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Problem 1: Inventory Planning Inefficiency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Sales are stable, but </a:t>
            </a:r>
            <a:r>
              <a:rPr lang="en-US" b="1" dirty="0"/>
              <a:t>profit drops occur only on days with bulk inventory purchases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ABC analysis shows </a:t>
            </a:r>
            <a:r>
              <a:rPr lang="en-US" b="1" dirty="0"/>
              <a:t>Milk, Jaggery, and Sugar contribute ~70% of inventory cost</a:t>
            </a:r>
            <a:r>
              <a:rPr lang="en-US" dirty="0"/>
              <a:t>, making them critical items.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Unplanned procurement of these Class-A items causes cost spikes and margin reduction.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8DAC08-76CB-D8A4-5960-2358478DE59F}"/>
              </a:ext>
            </a:extLst>
          </p:cNvPr>
          <p:cNvSpPr txBox="1"/>
          <p:nvPr/>
        </p:nvSpPr>
        <p:spPr>
          <a:xfrm>
            <a:off x="1039368" y="3086672"/>
            <a:ext cx="101132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Problem 2: Informal Credit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Credit outstanding is </a:t>
            </a:r>
            <a:r>
              <a:rPr lang="en-US" b="1" dirty="0"/>
              <a:t>highly concentrated among a few customers</a:t>
            </a:r>
            <a:r>
              <a:rPr lang="en-US" dirty="0"/>
              <a:t> (e.g., Raj, Vamshi).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RFM analysis indicates </a:t>
            </a:r>
            <a:r>
              <a:rPr lang="en-US" b="1" dirty="0"/>
              <a:t>high-frequency, high-monetary customers pose cash-flow risk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Delayed repayments reduce available cash for daily inventory purchases.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9B66A3-7DF7-C810-A017-836DDDE1834B}"/>
              </a:ext>
            </a:extLst>
          </p:cNvPr>
          <p:cNvSpPr txBox="1"/>
          <p:nvPr/>
        </p:nvSpPr>
        <p:spPr>
          <a:xfrm>
            <a:off x="1039368" y="4287002"/>
            <a:ext cx="99517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Problem 3: Peak-Hour Workload Pressure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Major sales occur during </a:t>
            </a:r>
            <a:r>
              <a:rPr lang="en-US" b="1" dirty="0"/>
              <a:t>7–10 AM and 4–7 PM</a:t>
            </a:r>
            <a:r>
              <a:rPr lang="en-US" dirty="0"/>
              <a:t>, creating operational bottlenecks.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Single-person operations lead to </a:t>
            </a:r>
            <a:r>
              <a:rPr lang="en-US" b="1" dirty="0"/>
              <a:t>slow service and missed sales</a:t>
            </a:r>
            <a:r>
              <a:rPr lang="en-US" dirty="0"/>
              <a:t>, despite high demand.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Revenue loss is due to </a:t>
            </a:r>
            <a:r>
              <a:rPr lang="en-US" b="1" dirty="0"/>
              <a:t>capacity constraints, not lack of customers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54131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0AF27C-DEF1-FB7E-9F92-208C7BB58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C6A7-CDCF-4D0E-BDEB-AAE4BEA6B04C}" type="slidenum">
              <a:rPr lang="en-IN" smtClean="0"/>
              <a:t>10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657D7-98A7-3600-2D53-81B937855D3A}"/>
              </a:ext>
            </a:extLst>
          </p:cNvPr>
          <p:cNvSpPr txBox="1"/>
          <p:nvPr/>
        </p:nvSpPr>
        <p:spPr>
          <a:xfrm>
            <a:off x="859536" y="859536"/>
            <a:ext cx="10561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RECOMMENDATIONS (Data-Driven &amp; Actionable)</a:t>
            </a:r>
            <a:endParaRPr lang="en-IN" sz="3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0E2B55-53A1-1F7F-18DD-20E00E6C90A5}"/>
              </a:ext>
            </a:extLst>
          </p:cNvPr>
          <p:cNvSpPr txBox="1"/>
          <p:nvPr/>
        </p:nvSpPr>
        <p:spPr>
          <a:xfrm>
            <a:off x="859536" y="1554480"/>
            <a:ext cx="10472928" cy="1715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For Inventory Management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Implement </a:t>
            </a:r>
            <a:r>
              <a:rPr lang="en-US" b="1" dirty="0"/>
              <a:t>ABC-based reorder planning</a:t>
            </a:r>
            <a:r>
              <a:rPr lang="en-US" dirty="0"/>
              <a:t> for Milk, Jaggery, and Sugar. ( Day Wise consumption of milk is 7.5 liters,  Jaggery Powder 2 kgs, Sugar 4 kgs)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Avoid bulk purchases; follow </a:t>
            </a:r>
            <a:r>
              <a:rPr lang="en-US" b="1" dirty="0"/>
              <a:t>small, frequent procurement</a:t>
            </a:r>
            <a:r>
              <a:rPr lang="en-US" dirty="0"/>
              <a:t> based on daily usage trends.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414761-3670-2054-807B-ABF0B5B46F10}"/>
              </a:ext>
            </a:extLst>
          </p:cNvPr>
          <p:cNvSpPr txBox="1"/>
          <p:nvPr/>
        </p:nvSpPr>
        <p:spPr>
          <a:xfrm>
            <a:off x="859536" y="3202451"/>
            <a:ext cx="10610088" cy="129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For Credit Management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Set </a:t>
            </a:r>
            <a:r>
              <a:rPr lang="en-US" b="1" dirty="0"/>
              <a:t>credit limits using RFM segmentation</a:t>
            </a:r>
            <a:r>
              <a:rPr lang="en-US" dirty="0"/>
              <a:t> (stricter limits for high-risk customers).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Enforce </a:t>
            </a:r>
            <a:r>
              <a:rPr lang="en-US" b="1" dirty="0"/>
              <a:t>weekly or short-cycle repayment</a:t>
            </a:r>
            <a:r>
              <a:rPr lang="en-US" dirty="0"/>
              <a:t> for customers with large outstanding amounts.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DB93C4-43C6-F2F6-4D1A-DE42F882C46A}"/>
              </a:ext>
            </a:extLst>
          </p:cNvPr>
          <p:cNvSpPr txBox="1"/>
          <p:nvPr/>
        </p:nvSpPr>
        <p:spPr>
          <a:xfrm>
            <a:off x="859536" y="4434924"/>
            <a:ext cx="10472928" cy="129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For Peak-Hour Operations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Deploy a </a:t>
            </a:r>
            <a:r>
              <a:rPr lang="en-US" b="1" dirty="0"/>
              <a:t>part-time helper during peak hours (7–10 AM, 4–7 PM)</a:t>
            </a:r>
            <a:r>
              <a:rPr lang="en-US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Pre-prepare key ingredients before rush periods to increase service speed.</a:t>
            </a:r>
          </a:p>
        </p:txBody>
      </p:sp>
    </p:spTree>
    <p:extLst>
      <p:ext uri="{BB962C8B-B14F-4D97-AF65-F5344CB8AC3E}">
        <p14:creationId xmlns:p14="http://schemas.microsoft.com/office/powerpoint/2010/main" val="4263287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FCB762-2C0F-6162-8FA8-71DD337FC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C6A7-CDCF-4D0E-BDEB-AAE4BEA6B04C}" type="slidenum">
              <a:rPr lang="en-IN" smtClean="0"/>
              <a:t>11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0861DC-361B-5AED-09B1-45ED22D72307}"/>
              </a:ext>
            </a:extLst>
          </p:cNvPr>
          <p:cNvSpPr txBox="1"/>
          <p:nvPr/>
        </p:nvSpPr>
        <p:spPr>
          <a:xfrm>
            <a:off x="1024128" y="1097280"/>
            <a:ext cx="9171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CONCLUSION &amp; NEXT STEPS</a:t>
            </a:r>
            <a:endParaRPr lang="en-IN" sz="3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76D766-1BA5-8F45-9495-45C2B980FAE6}"/>
              </a:ext>
            </a:extLst>
          </p:cNvPr>
          <p:cNvSpPr txBox="1"/>
          <p:nvPr/>
        </p:nvSpPr>
        <p:spPr>
          <a:xfrm>
            <a:off x="1024128" y="1810512"/>
            <a:ext cx="6419088" cy="129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Business is profitable but operationally inefficient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Data-driven insights highlight internal issues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Inventory, credit, and workload are key levers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CAFD41-D4C3-447C-7BF4-49AD235934BD}"/>
              </a:ext>
            </a:extLst>
          </p:cNvPr>
          <p:cNvSpPr txBox="1"/>
          <p:nvPr/>
        </p:nvSpPr>
        <p:spPr>
          <a:xfrm>
            <a:off x="1170432" y="3110227"/>
            <a:ext cx="7525512" cy="1715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Next Steps: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Adopt structured inventory planning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Improve credit discipline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Scale operations gradually</a:t>
            </a:r>
          </a:p>
        </p:txBody>
      </p:sp>
      <p:sp>
        <p:nvSpPr>
          <p:cNvPr id="6" name="TextBox 5">
            <a:hlinkClick r:id="rId2" tooltip="BDM_Project"/>
            <a:extLst>
              <a:ext uri="{FF2B5EF4-FFF2-40B4-BE49-F238E27FC236}">
                <a16:creationId xmlns:a16="http://schemas.microsoft.com/office/drawing/2014/main" id="{D1C666B2-4294-198B-D28F-733D6109AA38}"/>
              </a:ext>
            </a:extLst>
          </p:cNvPr>
          <p:cNvSpPr txBox="1"/>
          <p:nvPr/>
        </p:nvSpPr>
        <p:spPr>
          <a:xfrm>
            <a:off x="1234440" y="5056632"/>
            <a:ext cx="50474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Additional Information: </a:t>
            </a:r>
            <a:r>
              <a:rPr lang="en-IN" dirty="0">
                <a:solidFill>
                  <a:srgbClr val="00B0F0"/>
                </a:solidFill>
              </a:rPr>
              <a:t>BDM_Project</a:t>
            </a:r>
          </a:p>
        </p:txBody>
      </p:sp>
    </p:spTree>
    <p:extLst>
      <p:ext uri="{BB962C8B-B14F-4D97-AF65-F5344CB8AC3E}">
        <p14:creationId xmlns:p14="http://schemas.microsoft.com/office/powerpoint/2010/main" val="3524010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45A2F4-F0AC-6B1F-8C67-D1624835D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BC6A7-CDCF-4D0E-BDEB-AAE4BEA6B04C}" type="slidenum">
              <a:rPr lang="en-IN" smtClean="0"/>
              <a:t>12</a:t>
            </a:fld>
            <a:endParaRPr lang="en-IN"/>
          </a:p>
        </p:txBody>
      </p:sp>
      <p:pic>
        <p:nvPicPr>
          <p:cNvPr id="4" name="Picture 3" descr="A person sitting at a desk with a computer">
            <a:extLst>
              <a:ext uri="{FF2B5EF4-FFF2-40B4-BE49-F238E27FC236}">
                <a16:creationId xmlns:a16="http://schemas.microsoft.com/office/drawing/2014/main" id="{9B290E97-D5A6-0CEA-25E6-B61660361D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552" y="890587"/>
            <a:ext cx="10268712" cy="507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639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TM02900743[[fn=Organic]]</Template>
  <TotalTime>1107</TotalTime>
  <Words>818</Words>
  <Application>Microsoft Office PowerPoint</Application>
  <PresentationFormat>Widescreen</PresentationFormat>
  <Paragraphs>143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Garamond</vt:lpstr>
      <vt:lpstr>Kollektif Bold</vt:lpstr>
      <vt:lpstr>Times New Roman</vt:lpstr>
      <vt:lpstr>Organic</vt:lpstr>
      <vt:lpstr>DATA DRIVEN ANALYSIS FOR OPERATIONAL IMPROVEMENT: TELANGANA BELLAM CHAI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Rajaramesh Kamera</dc:creator>
  <cp:lastModifiedBy>Rajaramesh Kamera</cp:lastModifiedBy>
  <cp:revision>1</cp:revision>
  <dcterms:created xsi:type="dcterms:W3CDTF">2025-12-12T16:17:04Z</dcterms:created>
  <dcterms:modified xsi:type="dcterms:W3CDTF">2025-12-19T11:26:10Z</dcterms:modified>
</cp:coreProperties>
</file>